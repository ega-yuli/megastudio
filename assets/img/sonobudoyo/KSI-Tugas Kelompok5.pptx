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10287000" cx="18288000"/>
  <p:notesSz cx="6858000" cy="9144000"/>
  <p:embeddedFontLst>
    <p:embeddedFont>
      <p:font typeface="Fira Code"/>
      <p:regular r:id="rId24"/>
      <p:bold r:id="rId25"/>
    </p:embeddedFont>
    <p:embeddedFont>
      <p:font typeface="Lemon"/>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jcJmq/dojrJaPH1MFdnWPd7HWK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FiraCode-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emon-regular.fntdata"/><Relationship Id="rId25" Type="http://schemas.openxmlformats.org/officeDocument/2006/relationships/font" Target="fonts/FiraCode-bold.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8"/>
          <p:cNvSpPr/>
          <p:nvPr>
            <p:ph idx="2" type="pic"/>
          </p:nvPr>
        </p:nvSpPr>
        <p:spPr>
          <a:xfrm>
            <a:off x="1792288" y="612775"/>
            <a:ext cx="5486400" cy="4114800"/>
          </a:xfrm>
          <a:prstGeom prst="rect">
            <a:avLst/>
          </a:prstGeom>
          <a:noFill/>
          <a:ln>
            <a:noFill/>
          </a:ln>
        </p:spPr>
      </p:sp>
      <p:sp>
        <p:nvSpPr>
          <p:cNvPr id="64" name="Google Shape;64;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2.png"/><Relationship Id="rId7" Type="http://schemas.openxmlformats.org/officeDocument/2006/relationships/image" Target="../media/image17.png"/><Relationship Id="rId8" Type="http://schemas.openxmlformats.org/officeDocument/2006/relationships/image" Target="../media/image1.png"/></Relationships>
</file>

<file path=ppt/slides/_rels/slide2.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20.png"/><Relationship Id="rId13" Type="http://schemas.openxmlformats.org/officeDocument/2006/relationships/image" Target="../media/image30.png"/><Relationship Id="rId12" Type="http://schemas.openxmlformats.org/officeDocument/2006/relationships/image" Target="../media/image23.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2.png"/><Relationship Id="rId4" Type="http://schemas.openxmlformats.org/officeDocument/2006/relationships/image" Target="../media/image19.png"/><Relationship Id="rId9" Type="http://schemas.openxmlformats.org/officeDocument/2006/relationships/image" Target="../media/image11.png"/><Relationship Id="rId14" Type="http://schemas.openxmlformats.org/officeDocument/2006/relationships/image" Target="../media/image26.png"/><Relationship Id="rId5" Type="http://schemas.openxmlformats.org/officeDocument/2006/relationships/image" Target="../media/image7.png"/><Relationship Id="rId6" Type="http://schemas.openxmlformats.org/officeDocument/2006/relationships/image" Target="../media/image14.png"/><Relationship Id="rId7" Type="http://schemas.openxmlformats.org/officeDocument/2006/relationships/image" Target="../media/image13.png"/><Relationship Id="rId8" Type="http://schemas.openxmlformats.org/officeDocument/2006/relationships/image" Target="../media/image6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5.png"/><Relationship Id="rId4" Type="http://schemas.openxmlformats.org/officeDocument/2006/relationships/image" Target="../media/image68.png"/><Relationship Id="rId5" Type="http://schemas.openxmlformats.org/officeDocument/2006/relationships/image" Target="../media/image29.png"/><Relationship Id="rId6" Type="http://schemas.openxmlformats.org/officeDocument/2006/relationships/image" Target="../media/image15.png"/><Relationship Id="rId7" Type="http://schemas.openxmlformats.org/officeDocument/2006/relationships/image" Target="../media/image55.png"/><Relationship Id="rId8"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2.png"/><Relationship Id="rId4" Type="http://schemas.openxmlformats.org/officeDocument/2006/relationships/image" Target="../media/image27.png"/><Relationship Id="rId9" Type="http://schemas.openxmlformats.org/officeDocument/2006/relationships/image" Target="../media/image36.jpg"/><Relationship Id="rId5" Type="http://schemas.openxmlformats.org/officeDocument/2006/relationships/image" Target="../media/image7.png"/><Relationship Id="rId6" Type="http://schemas.openxmlformats.org/officeDocument/2006/relationships/image" Target="../media/image33.jpg"/><Relationship Id="rId7" Type="http://schemas.openxmlformats.org/officeDocument/2006/relationships/image" Target="../media/image24.png"/><Relationship Id="rId8" Type="http://schemas.openxmlformats.org/officeDocument/2006/relationships/image" Target="../media/image3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5.png"/><Relationship Id="rId4" Type="http://schemas.openxmlformats.org/officeDocument/2006/relationships/image" Target="../media/image38.png"/><Relationship Id="rId5"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4.png"/><Relationship Id="rId4" Type="http://schemas.openxmlformats.org/officeDocument/2006/relationships/image" Target="../media/image39.png"/><Relationship Id="rId5" Type="http://schemas.openxmlformats.org/officeDocument/2006/relationships/image" Target="../media/image43.png"/><Relationship Id="rId6" Type="http://schemas.openxmlformats.org/officeDocument/2006/relationships/image" Target="../media/image4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2.png"/><Relationship Id="rId4"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0.png"/><Relationship Id="rId4" Type="http://schemas.openxmlformats.org/officeDocument/2006/relationships/image" Target="../media/image52.png"/><Relationship Id="rId9" Type="http://schemas.openxmlformats.org/officeDocument/2006/relationships/image" Target="../media/image45.png"/><Relationship Id="rId5" Type="http://schemas.openxmlformats.org/officeDocument/2006/relationships/image" Target="../media/image61.png"/><Relationship Id="rId6" Type="http://schemas.openxmlformats.org/officeDocument/2006/relationships/image" Target="../media/image53.png"/><Relationship Id="rId7" Type="http://schemas.openxmlformats.org/officeDocument/2006/relationships/image" Target="../media/image47.png"/><Relationship Id="rId8" Type="http://schemas.openxmlformats.org/officeDocument/2006/relationships/image" Target="../media/image6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2.png"/><Relationship Id="rId4" Type="http://schemas.openxmlformats.org/officeDocument/2006/relationships/image" Target="../media/image70.png"/><Relationship Id="rId5" Type="http://schemas.openxmlformats.org/officeDocument/2006/relationships/image" Target="../media/image60.png"/><Relationship Id="rId6" Type="http://schemas.openxmlformats.org/officeDocument/2006/relationships/image" Target="../media/image56.png"/><Relationship Id="rId7" Type="http://schemas.openxmlformats.org/officeDocument/2006/relationships/image" Target="../media/image6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9.png"/><Relationship Id="rId4" Type="http://schemas.openxmlformats.org/officeDocument/2006/relationships/image" Target="../media/image71.png"/><Relationship Id="rId5" Type="http://schemas.openxmlformats.org/officeDocument/2006/relationships/image" Target="../media/image58.png"/><Relationship Id="rId6" Type="http://schemas.openxmlformats.org/officeDocument/2006/relationships/image" Target="../media/image76.png"/><Relationship Id="rId7" Type="http://schemas.openxmlformats.org/officeDocument/2006/relationships/image" Target="../media/image4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9.png"/><Relationship Id="rId4" Type="http://schemas.openxmlformats.org/officeDocument/2006/relationships/image" Target="../media/image45.png"/><Relationship Id="rId5" Type="http://schemas.openxmlformats.org/officeDocument/2006/relationships/image" Target="../media/image73.png"/><Relationship Id="rId6" Type="http://schemas.openxmlformats.org/officeDocument/2006/relationships/image" Target="../media/image8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5.png"/><Relationship Id="rId4" Type="http://schemas.openxmlformats.org/officeDocument/2006/relationships/image" Target="../media/image52.png"/><Relationship Id="rId5" Type="http://schemas.openxmlformats.org/officeDocument/2006/relationships/image" Target="../media/image83.png"/><Relationship Id="rId6" Type="http://schemas.openxmlformats.org/officeDocument/2006/relationships/image" Target="../media/image7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6.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10" Type="http://schemas.openxmlformats.org/officeDocument/2006/relationships/hyperlink" Target="https://ksi-file.imadu.id/" TargetMode="External"/><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33.jpg"/><Relationship Id="rId9" Type="http://schemas.openxmlformats.org/officeDocument/2006/relationships/image" Target="../media/image78.jpg"/><Relationship Id="rId5" Type="http://schemas.openxmlformats.org/officeDocument/2006/relationships/image" Target="../media/image46.png"/><Relationship Id="rId6" Type="http://schemas.openxmlformats.org/officeDocument/2006/relationships/image" Target="../media/image77.png"/><Relationship Id="rId7" Type="http://schemas.openxmlformats.org/officeDocument/2006/relationships/image" Target="../media/image36.jpg"/><Relationship Id="rId8" Type="http://schemas.openxmlformats.org/officeDocument/2006/relationships/image" Target="../media/image8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0.png"/><Relationship Id="rId4" Type="http://schemas.openxmlformats.org/officeDocument/2006/relationships/image" Target="../media/image46.png"/><Relationship Id="rId5"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4.png"/><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4E7"/>
        </a:solidFill>
      </p:bgPr>
    </p:bg>
    <p:spTree>
      <p:nvGrpSpPr>
        <p:cNvPr id="83" name="Shape 83"/>
        <p:cNvGrpSpPr/>
        <p:nvPr/>
      </p:nvGrpSpPr>
      <p:grpSpPr>
        <a:xfrm>
          <a:off x="0" y="0"/>
          <a:ext cx="0" cy="0"/>
          <a:chOff x="0" y="0"/>
          <a:chExt cx="0" cy="0"/>
        </a:xfrm>
      </p:grpSpPr>
      <p:sp>
        <p:nvSpPr>
          <p:cNvPr id="84" name="Google Shape;84;p1"/>
          <p:cNvSpPr/>
          <p:nvPr/>
        </p:nvSpPr>
        <p:spPr>
          <a:xfrm>
            <a:off x="-1898240" y="0"/>
            <a:ext cx="22084479" cy="10878336"/>
          </a:xfrm>
          <a:custGeom>
            <a:rect b="b" l="l" r="r" t="t"/>
            <a:pathLst>
              <a:path extrusionOk="0" h="10878336" w="22084479">
                <a:moveTo>
                  <a:pt x="0" y="0"/>
                </a:moveTo>
                <a:lnTo>
                  <a:pt x="22084480" y="0"/>
                </a:lnTo>
                <a:lnTo>
                  <a:pt x="22084480" y="10878336"/>
                </a:lnTo>
                <a:lnTo>
                  <a:pt x="0" y="10878336"/>
                </a:lnTo>
                <a:lnTo>
                  <a:pt x="0" y="0"/>
                </a:lnTo>
                <a:close/>
              </a:path>
            </a:pathLst>
          </a:custGeom>
          <a:blipFill rotWithShape="1">
            <a:blip r:embed="rId3">
              <a:alphaModFix amt="40000"/>
            </a:blip>
            <a:stretch>
              <a:fillRect b="0" l="0" r="0" t="-24759"/>
            </a:stretch>
          </a:blipFill>
          <a:ln>
            <a:noFill/>
          </a:ln>
        </p:spPr>
      </p:sp>
      <p:sp>
        <p:nvSpPr>
          <p:cNvPr id="85" name="Google Shape;85;p1"/>
          <p:cNvSpPr/>
          <p:nvPr/>
        </p:nvSpPr>
        <p:spPr>
          <a:xfrm>
            <a:off x="2258581" y="6248024"/>
            <a:ext cx="3467398" cy="4344120"/>
          </a:xfrm>
          <a:custGeom>
            <a:rect b="b" l="l" r="r" t="t"/>
            <a:pathLst>
              <a:path extrusionOk="0" h="4344120" w="3467398">
                <a:moveTo>
                  <a:pt x="0" y="0"/>
                </a:moveTo>
                <a:lnTo>
                  <a:pt x="3467398" y="0"/>
                </a:lnTo>
                <a:lnTo>
                  <a:pt x="3467398" y="4344120"/>
                </a:lnTo>
                <a:lnTo>
                  <a:pt x="0" y="4344120"/>
                </a:lnTo>
                <a:lnTo>
                  <a:pt x="0" y="0"/>
                </a:lnTo>
                <a:close/>
              </a:path>
            </a:pathLst>
          </a:custGeom>
          <a:blipFill rotWithShape="1">
            <a:blip r:embed="rId4">
              <a:alphaModFix/>
            </a:blip>
            <a:stretch>
              <a:fillRect b="0" l="0" r="0" t="0"/>
            </a:stretch>
          </a:blipFill>
          <a:ln>
            <a:noFill/>
          </a:ln>
        </p:spPr>
      </p:sp>
      <p:sp>
        <p:nvSpPr>
          <p:cNvPr id="86" name="Google Shape;86;p1"/>
          <p:cNvSpPr/>
          <p:nvPr/>
        </p:nvSpPr>
        <p:spPr>
          <a:xfrm>
            <a:off x="-6308249" y="1860186"/>
            <a:ext cx="10491868" cy="8643786"/>
          </a:xfrm>
          <a:custGeom>
            <a:rect b="b" l="l" r="r" t="t"/>
            <a:pathLst>
              <a:path extrusionOk="0" h="8643786" w="10491868">
                <a:moveTo>
                  <a:pt x="0" y="0"/>
                </a:moveTo>
                <a:lnTo>
                  <a:pt x="10491868" y="0"/>
                </a:lnTo>
                <a:lnTo>
                  <a:pt x="10491868" y="8643786"/>
                </a:lnTo>
                <a:lnTo>
                  <a:pt x="0" y="8643786"/>
                </a:lnTo>
                <a:lnTo>
                  <a:pt x="0" y="0"/>
                </a:lnTo>
                <a:close/>
              </a:path>
            </a:pathLst>
          </a:custGeom>
          <a:blipFill rotWithShape="1">
            <a:blip r:embed="rId5">
              <a:alphaModFix/>
            </a:blip>
            <a:stretch>
              <a:fillRect b="0" l="0" r="0" t="0"/>
            </a:stretch>
          </a:blipFill>
          <a:ln>
            <a:noFill/>
          </a:ln>
        </p:spPr>
      </p:sp>
      <p:sp>
        <p:nvSpPr>
          <p:cNvPr id="87" name="Google Shape;87;p1"/>
          <p:cNvSpPr/>
          <p:nvPr/>
        </p:nvSpPr>
        <p:spPr>
          <a:xfrm>
            <a:off x="13443495" y="6833333"/>
            <a:ext cx="2320570" cy="3699460"/>
          </a:xfrm>
          <a:custGeom>
            <a:rect b="b" l="l" r="r" t="t"/>
            <a:pathLst>
              <a:path extrusionOk="0" h="3699460" w="2320570">
                <a:moveTo>
                  <a:pt x="0" y="0"/>
                </a:moveTo>
                <a:lnTo>
                  <a:pt x="2320571" y="0"/>
                </a:lnTo>
                <a:lnTo>
                  <a:pt x="2320571" y="3699460"/>
                </a:lnTo>
                <a:lnTo>
                  <a:pt x="0" y="3699460"/>
                </a:lnTo>
                <a:lnTo>
                  <a:pt x="0" y="0"/>
                </a:lnTo>
                <a:close/>
              </a:path>
            </a:pathLst>
          </a:custGeom>
          <a:blipFill rotWithShape="1">
            <a:blip r:embed="rId6">
              <a:alphaModFix/>
            </a:blip>
            <a:stretch>
              <a:fillRect b="0" l="0" r="0" t="0"/>
            </a:stretch>
          </a:blipFill>
          <a:ln>
            <a:noFill/>
          </a:ln>
        </p:spPr>
      </p:sp>
      <p:sp>
        <p:nvSpPr>
          <p:cNvPr id="88" name="Google Shape;88;p1"/>
          <p:cNvSpPr/>
          <p:nvPr/>
        </p:nvSpPr>
        <p:spPr>
          <a:xfrm>
            <a:off x="14603780" y="3688749"/>
            <a:ext cx="8379374" cy="6903395"/>
          </a:xfrm>
          <a:custGeom>
            <a:rect b="b" l="l" r="r" t="t"/>
            <a:pathLst>
              <a:path extrusionOk="0" h="6903395" w="8379374">
                <a:moveTo>
                  <a:pt x="0" y="0"/>
                </a:moveTo>
                <a:lnTo>
                  <a:pt x="8379374" y="0"/>
                </a:lnTo>
                <a:lnTo>
                  <a:pt x="8379374" y="6903395"/>
                </a:lnTo>
                <a:lnTo>
                  <a:pt x="0" y="6903395"/>
                </a:lnTo>
                <a:lnTo>
                  <a:pt x="0" y="0"/>
                </a:lnTo>
                <a:close/>
              </a:path>
            </a:pathLst>
          </a:custGeom>
          <a:blipFill rotWithShape="1">
            <a:blip r:embed="rId5">
              <a:alphaModFix/>
            </a:blip>
            <a:stretch>
              <a:fillRect b="0" l="0" r="0" t="0"/>
            </a:stretch>
          </a:blipFill>
          <a:ln>
            <a:noFill/>
          </a:ln>
        </p:spPr>
      </p:sp>
      <p:sp>
        <p:nvSpPr>
          <p:cNvPr id="89" name="Google Shape;89;p1"/>
          <p:cNvSpPr/>
          <p:nvPr/>
        </p:nvSpPr>
        <p:spPr>
          <a:xfrm>
            <a:off x="3583936" y="7894407"/>
            <a:ext cx="2539904" cy="3310301"/>
          </a:xfrm>
          <a:custGeom>
            <a:rect b="b" l="l" r="r" t="t"/>
            <a:pathLst>
              <a:path extrusionOk="0" h="3310301" w="2539904">
                <a:moveTo>
                  <a:pt x="0" y="0"/>
                </a:moveTo>
                <a:lnTo>
                  <a:pt x="2539904" y="0"/>
                </a:lnTo>
                <a:lnTo>
                  <a:pt x="2539904" y="3310301"/>
                </a:lnTo>
                <a:lnTo>
                  <a:pt x="0" y="3310301"/>
                </a:lnTo>
                <a:lnTo>
                  <a:pt x="0" y="0"/>
                </a:lnTo>
                <a:close/>
              </a:path>
            </a:pathLst>
          </a:custGeom>
          <a:blipFill rotWithShape="1">
            <a:blip r:embed="rId7">
              <a:alphaModFix/>
            </a:blip>
            <a:stretch>
              <a:fillRect b="0" l="0" r="0" t="0"/>
            </a:stretch>
          </a:blipFill>
          <a:ln>
            <a:noFill/>
          </a:ln>
        </p:spPr>
      </p:sp>
      <p:sp>
        <p:nvSpPr>
          <p:cNvPr id="90" name="Google Shape;90;p1"/>
          <p:cNvSpPr/>
          <p:nvPr/>
        </p:nvSpPr>
        <p:spPr>
          <a:xfrm rot="-736255">
            <a:off x="12218156" y="8687364"/>
            <a:ext cx="2450678" cy="1724386"/>
          </a:xfrm>
          <a:custGeom>
            <a:rect b="b" l="l" r="r" t="t"/>
            <a:pathLst>
              <a:path extrusionOk="0" h="1724386" w="2450678">
                <a:moveTo>
                  <a:pt x="0" y="0"/>
                </a:moveTo>
                <a:lnTo>
                  <a:pt x="2450679" y="0"/>
                </a:lnTo>
                <a:lnTo>
                  <a:pt x="2450679" y="1724386"/>
                </a:lnTo>
                <a:lnTo>
                  <a:pt x="0" y="1724386"/>
                </a:lnTo>
                <a:lnTo>
                  <a:pt x="0" y="0"/>
                </a:lnTo>
                <a:close/>
              </a:path>
            </a:pathLst>
          </a:custGeom>
          <a:blipFill rotWithShape="1">
            <a:blip r:embed="rId8">
              <a:alphaModFix/>
            </a:blip>
            <a:stretch>
              <a:fillRect b="0" l="0" r="0" t="0"/>
            </a:stretch>
          </a:blipFill>
          <a:ln>
            <a:noFill/>
          </a:ln>
        </p:spPr>
      </p:sp>
      <p:sp>
        <p:nvSpPr>
          <p:cNvPr id="91" name="Google Shape;91;p1"/>
          <p:cNvSpPr/>
          <p:nvPr/>
        </p:nvSpPr>
        <p:spPr>
          <a:xfrm flipH="1">
            <a:off x="0" y="990272"/>
            <a:ext cx="2718252" cy="2059897"/>
          </a:xfrm>
          <a:custGeom>
            <a:rect b="b" l="l" r="r" t="t"/>
            <a:pathLst>
              <a:path extrusionOk="0" h="2059897" w="2718252">
                <a:moveTo>
                  <a:pt x="2718252" y="0"/>
                </a:moveTo>
                <a:lnTo>
                  <a:pt x="0" y="0"/>
                </a:lnTo>
                <a:lnTo>
                  <a:pt x="0" y="2059898"/>
                </a:lnTo>
                <a:lnTo>
                  <a:pt x="2718252" y="2059898"/>
                </a:lnTo>
                <a:lnTo>
                  <a:pt x="2718252" y="0"/>
                </a:lnTo>
                <a:close/>
              </a:path>
            </a:pathLst>
          </a:custGeom>
          <a:blipFill rotWithShape="1">
            <a:blip r:embed="rId3">
              <a:alphaModFix amt="40000"/>
            </a:blip>
            <a:stretch>
              <a:fillRect b="-428058" l="-712413" r="0" t="-130746"/>
            </a:stretch>
          </a:blipFill>
          <a:ln>
            <a:noFill/>
          </a:ln>
        </p:spPr>
      </p:sp>
      <p:sp>
        <p:nvSpPr>
          <p:cNvPr id="92" name="Google Shape;92;p1"/>
          <p:cNvSpPr txBox="1"/>
          <p:nvPr/>
        </p:nvSpPr>
        <p:spPr>
          <a:xfrm>
            <a:off x="4393651" y="2238147"/>
            <a:ext cx="10210130" cy="4006529"/>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b="0" i="0" lang="en-US" sz="7637" u="none" cap="none" strike="noStrike">
                <a:solidFill>
                  <a:srgbClr val="6F1D1B"/>
                </a:solidFill>
                <a:latin typeface="Lemon"/>
                <a:ea typeface="Lemon"/>
                <a:cs typeface="Lemon"/>
                <a:sym typeface="Lemon"/>
              </a:rPr>
              <a:t>Sistem Informasi Warisan Budaya Museum Senobudoyo </a:t>
            </a:r>
            <a:endParaRPr/>
          </a:p>
        </p:txBody>
      </p:sp>
      <p:sp>
        <p:nvSpPr>
          <p:cNvPr id="93" name="Google Shape;93;p1"/>
          <p:cNvSpPr txBox="1"/>
          <p:nvPr/>
        </p:nvSpPr>
        <p:spPr>
          <a:xfrm>
            <a:off x="0" y="406035"/>
            <a:ext cx="18288000" cy="587375"/>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499" u="none" cap="none" strike="noStrike">
                <a:solidFill>
                  <a:srgbClr val="6F1D1B"/>
                </a:solidFill>
                <a:latin typeface="Fira Code"/>
                <a:ea typeface="Fira Code"/>
                <a:cs typeface="Fira Code"/>
                <a:sym typeface="Fira Code"/>
              </a:rPr>
              <a:t>KELOMPOK 5</a:t>
            </a:r>
            <a:endParaRPr/>
          </a:p>
        </p:txBody>
      </p:sp>
      <p:sp>
        <p:nvSpPr>
          <p:cNvPr id="94" name="Google Shape;94;p1"/>
          <p:cNvSpPr txBox="1"/>
          <p:nvPr/>
        </p:nvSpPr>
        <p:spPr>
          <a:xfrm>
            <a:off x="6063170" y="7084671"/>
            <a:ext cx="6161660" cy="46482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699" u="none" cap="none" strike="noStrike">
                <a:solidFill>
                  <a:srgbClr val="FFF4E7"/>
                </a:solidFill>
                <a:latin typeface="Fira Code"/>
                <a:ea typeface="Fira Code"/>
                <a:cs typeface="Fira Code"/>
                <a:sym typeface="Fira Code"/>
              </a:rPr>
              <a:t>YOGYAKARTA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BF49"/>
        </a:solidFill>
      </p:bgPr>
    </p:bg>
    <p:spTree>
      <p:nvGrpSpPr>
        <p:cNvPr id="98" name="Shape 98"/>
        <p:cNvGrpSpPr/>
        <p:nvPr/>
      </p:nvGrpSpPr>
      <p:grpSpPr>
        <a:xfrm>
          <a:off x="0" y="0"/>
          <a:ext cx="0" cy="0"/>
          <a:chOff x="0" y="0"/>
          <a:chExt cx="0" cy="0"/>
        </a:xfrm>
      </p:grpSpPr>
      <p:sp>
        <p:nvSpPr>
          <p:cNvPr id="99" name="Google Shape;99;p2"/>
          <p:cNvSpPr/>
          <p:nvPr/>
        </p:nvSpPr>
        <p:spPr>
          <a:xfrm rot="1655718">
            <a:off x="15090092" y="7731231"/>
            <a:ext cx="3226554" cy="3226554"/>
          </a:xfrm>
          <a:custGeom>
            <a:rect b="b" l="l" r="r" t="t"/>
            <a:pathLst>
              <a:path extrusionOk="0" h="3226554" w="3226554">
                <a:moveTo>
                  <a:pt x="0" y="0"/>
                </a:moveTo>
                <a:lnTo>
                  <a:pt x="3226554" y="0"/>
                </a:lnTo>
                <a:lnTo>
                  <a:pt x="3226554" y="3226554"/>
                </a:lnTo>
                <a:lnTo>
                  <a:pt x="0" y="3226554"/>
                </a:lnTo>
                <a:lnTo>
                  <a:pt x="0" y="0"/>
                </a:lnTo>
                <a:close/>
              </a:path>
            </a:pathLst>
          </a:custGeom>
          <a:blipFill rotWithShape="1">
            <a:blip r:embed="rId3">
              <a:alphaModFix amt="19999"/>
            </a:blip>
            <a:stretch>
              <a:fillRect b="0" l="0" r="0" t="0"/>
            </a:stretch>
          </a:blipFill>
          <a:ln>
            <a:noFill/>
          </a:ln>
        </p:spPr>
      </p:sp>
      <p:sp>
        <p:nvSpPr>
          <p:cNvPr id="100" name="Google Shape;100;p2"/>
          <p:cNvSpPr/>
          <p:nvPr/>
        </p:nvSpPr>
        <p:spPr>
          <a:xfrm>
            <a:off x="15830925" y="5556084"/>
            <a:ext cx="2669900" cy="2674763"/>
          </a:xfrm>
          <a:custGeom>
            <a:rect b="b" l="l" r="r" t="t"/>
            <a:pathLst>
              <a:path extrusionOk="0" h="2674763" w="2669900">
                <a:moveTo>
                  <a:pt x="0" y="0"/>
                </a:moveTo>
                <a:lnTo>
                  <a:pt x="2669900" y="0"/>
                </a:lnTo>
                <a:lnTo>
                  <a:pt x="2669900" y="2674763"/>
                </a:lnTo>
                <a:lnTo>
                  <a:pt x="0" y="2674763"/>
                </a:lnTo>
                <a:lnTo>
                  <a:pt x="0" y="0"/>
                </a:lnTo>
                <a:close/>
              </a:path>
            </a:pathLst>
          </a:custGeom>
          <a:blipFill rotWithShape="1">
            <a:blip r:embed="rId4">
              <a:alphaModFix/>
            </a:blip>
            <a:stretch>
              <a:fillRect b="0" l="0" r="0" t="0"/>
            </a:stretch>
          </a:blipFill>
          <a:ln>
            <a:noFill/>
          </a:ln>
        </p:spPr>
      </p:sp>
      <p:sp>
        <p:nvSpPr>
          <p:cNvPr id="101" name="Google Shape;101;p2"/>
          <p:cNvSpPr/>
          <p:nvPr/>
        </p:nvSpPr>
        <p:spPr>
          <a:xfrm>
            <a:off x="8881647" y="6699869"/>
            <a:ext cx="1878250" cy="2275413"/>
          </a:xfrm>
          <a:custGeom>
            <a:rect b="b" l="l" r="r" t="t"/>
            <a:pathLst>
              <a:path extrusionOk="0" h="2275413" w="1878250">
                <a:moveTo>
                  <a:pt x="0" y="0"/>
                </a:moveTo>
                <a:lnTo>
                  <a:pt x="1878250" y="0"/>
                </a:lnTo>
                <a:lnTo>
                  <a:pt x="1878250" y="2275412"/>
                </a:lnTo>
                <a:lnTo>
                  <a:pt x="0" y="2275412"/>
                </a:lnTo>
                <a:lnTo>
                  <a:pt x="0" y="0"/>
                </a:lnTo>
                <a:close/>
              </a:path>
            </a:pathLst>
          </a:custGeom>
          <a:blipFill rotWithShape="1">
            <a:blip r:embed="rId5">
              <a:alphaModFix/>
            </a:blip>
            <a:stretch>
              <a:fillRect b="0" l="0" r="0" t="0"/>
            </a:stretch>
          </a:blipFill>
          <a:ln>
            <a:noFill/>
          </a:ln>
        </p:spPr>
      </p:sp>
      <p:sp>
        <p:nvSpPr>
          <p:cNvPr id="102" name="Google Shape;102;p2"/>
          <p:cNvSpPr/>
          <p:nvPr/>
        </p:nvSpPr>
        <p:spPr>
          <a:xfrm>
            <a:off x="1559466" y="6699869"/>
            <a:ext cx="1878250" cy="2275413"/>
          </a:xfrm>
          <a:custGeom>
            <a:rect b="b" l="l" r="r" t="t"/>
            <a:pathLst>
              <a:path extrusionOk="0" h="2275413" w="1878250">
                <a:moveTo>
                  <a:pt x="0" y="0"/>
                </a:moveTo>
                <a:lnTo>
                  <a:pt x="1878250" y="0"/>
                </a:lnTo>
                <a:lnTo>
                  <a:pt x="1878250" y="2275412"/>
                </a:lnTo>
                <a:lnTo>
                  <a:pt x="0" y="2275412"/>
                </a:lnTo>
                <a:lnTo>
                  <a:pt x="0" y="0"/>
                </a:lnTo>
                <a:close/>
              </a:path>
            </a:pathLst>
          </a:custGeom>
          <a:blipFill rotWithShape="1">
            <a:blip r:embed="rId5">
              <a:alphaModFix/>
            </a:blip>
            <a:stretch>
              <a:fillRect b="0" l="0" r="0" t="0"/>
            </a:stretch>
          </a:blipFill>
          <a:ln>
            <a:noFill/>
          </a:ln>
        </p:spPr>
      </p:sp>
      <p:sp>
        <p:nvSpPr>
          <p:cNvPr id="103" name="Google Shape;103;p2"/>
          <p:cNvSpPr/>
          <p:nvPr/>
        </p:nvSpPr>
        <p:spPr>
          <a:xfrm>
            <a:off x="8881647" y="4097372"/>
            <a:ext cx="1878250" cy="2275413"/>
          </a:xfrm>
          <a:custGeom>
            <a:rect b="b" l="l" r="r" t="t"/>
            <a:pathLst>
              <a:path extrusionOk="0" h="2275413" w="1878250">
                <a:moveTo>
                  <a:pt x="0" y="0"/>
                </a:moveTo>
                <a:lnTo>
                  <a:pt x="1878250" y="0"/>
                </a:lnTo>
                <a:lnTo>
                  <a:pt x="1878250" y="2275413"/>
                </a:lnTo>
                <a:lnTo>
                  <a:pt x="0" y="2275413"/>
                </a:lnTo>
                <a:lnTo>
                  <a:pt x="0" y="0"/>
                </a:lnTo>
                <a:close/>
              </a:path>
            </a:pathLst>
          </a:custGeom>
          <a:blipFill rotWithShape="1">
            <a:blip r:embed="rId5">
              <a:alphaModFix/>
            </a:blip>
            <a:stretch>
              <a:fillRect b="0" l="0" r="0" t="0"/>
            </a:stretch>
          </a:blipFill>
          <a:ln>
            <a:noFill/>
          </a:ln>
        </p:spPr>
      </p:sp>
      <p:sp>
        <p:nvSpPr>
          <p:cNvPr id="104" name="Google Shape;104;p2"/>
          <p:cNvSpPr/>
          <p:nvPr/>
        </p:nvSpPr>
        <p:spPr>
          <a:xfrm>
            <a:off x="1559466" y="4097372"/>
            <a:ext cx="1878250" cy="2275413"/>
          </a:xfrm>
          <a:custGeom>
            <a:rect b="b" l="l" r="r" t="t"/>
            <a:pathLst>
              <a:path extrusionOk="0" h="2275413" w="1878250">
                <a:moveTo>
                  <a:pt x="0" y="0"/>
                </a:moveTo>
                <a:lnTo>
                  <a:pt x="1878250" y="0"/>
                </a:lnTo>
                <a:lnTo>
                  <a:pt x="1878250" y="2275413"/>
                </a:lnTo>
                <a:lnTo>
                  <a:pt x="0" y="2275413"/>
                </a:lnTo>
                <a:lnTo>
                  <a:pt x="0" y="0"/>
                </a:lnTo>
                <a:close/>
              </a:path>
            </a:pathLst>
          </a:custGeom>
          <a:blipFill rotWithShape="1">
            <a:blip r:embed="rId5">
              <a:alphaModFix/>
            </a:blip>
            <a:stretch>
              <a:fillRect b="0" l="0" r="0" t="0"/>
            </a:stretch>
          </a:blipFill>
          <a:ln>
            <a:noFill/>
          </a:ln>
        </p:spPr>
      </p:sp>
      <p:sp>
        <p:nvSpPr>
          <p:cNvPr id="105" name="Google Shape;105;p2"/>
          <p:cNvSpPr/>
          <p:nvPr/>
        </p:nvSpPr>
        <p:spPr>
          <a:xfrm>
            <a:off x="8881647" y="1494875"/>
            <a:ext cx="1878250" cy="2275413"/>
          </a:xfrm>
          <a:custGeom>
            <a:rect b="b" l="l" r="r" t="t"/>
            <a:pathLst>
              <a:path extrusionOk="0" h="2275413" w="1878250">
                <a:moveTo>
                  <a:pt x="0" y="0"/>
                </a:moveTo>
                <a:lnTo>
                  <a:pt x="1878250" y="0"/>
                </a:lnTo>
                <a:lnTo>
                  <a:pt x="1878250" y="2275413"/>
                </a:lnTo>
                <a:lnTo>
                  <a:pt x="0" y="2275413"/>
                </a:lnTo>
                <a:lnTo>
                  <a:pt x="0" y="0"/>
                </a:lnTo>
                <a:close/>
              </a:path>
            </a:pathLst>
          </a:custGeom>
          <a:blipFill rotWithShape="1">
            <a:blip r:embed="rId5">
              <a:alphaModFix/>
            </a:blip>
            <a:stretch>
              <a:fillRect b="0" l="0" r="0" t="0"/>
            </a:stretch>
          </a:blipFill>
          <a:ln>
            <a:noFill/>
          </a:ln>
        </p:spPr>
      </p:sp>
      <p:sp>
        <p:nvSpPr>
          <p:cNvPr id="106" name="Google Shape;106;p2"/>
          <p:cNvSpPr/>
          <p:nvPr/>
        </p:nvSpPr>
        <p:spPr>
          <a:xfrm>
            <a:off x="1559466" y="1494875"/>
            <a:ext cx="1878250" cy="2275413"/>
          </a:xfrm>
          <a:custGeom>
            <a:rect b="b" l="l" r="r" t="t"/>
            <a:pathLst>
              <a:path extrusionOk="0" h="2275413" w="1878250">
                <a:moveTo>
                  <a:pt x="0" y="0"/>
                </a:moveTo>
                <a:lnTo>
                  <a:pt x="1878250" y="0"/>
                </a:lnTo>
                <a:lnTo>
                  <a:pt x="1878250" y="2275413"/>
                </a:lnTo>
                <a:lnTo>
                  <a:pt x="0" y="2275413"/>
                </a:lnTo>
                <a:lnTo>
                  <a:pt x="0" y="0"/>
                </a:lnTo>
                <a:close/>
              </a:path>
            </a:pathLst>
          </a:custGeom>
          <a:blipFill rotWithShape="1">
            <a:blip r:embed="rId5">
              <a:alphaModFix/>
            </a:blip>
            <a:stretch>
              <a:fillRect b="0" l="0" r="0" t="0"/>
            </a:stretch>
          </a:blipFill>
          <a:ln>
            <a:noFill/>
          </a:ln>
        </p:spPr>
      </p:sp>
      <p:sp>
        <p:nvSpPr>
          <p:cNvPr id="107" name="Google Shape;107;p2"/>
          <p:cNvSpPr/>
          <p:nvPr/>
        </p:nvSpPr>
        <p:spPr>
          <a:xfrm>
            <a:off x="16136359" y="5143500"/>
            <a:ext cx="1727785" cy="3831781"/>
          </a:xfrm>
          <a:custGeom>
            <a:rect b="b" l="l" r="r" t="t"/>
            <a:pathLst>
              <a:path extrusionOk="0" h="3831781" w="1727785">
                <a:moveTo>
                  <a:pt x="0" y="0"/>
                </a:moveTo>
                <a:lnTo>
                  <a:pt x="1727785" y="0"/>
                </a:lnTo>
                <a:lnTo>
                  <a:pt x="1727785" y="3831781"/>
                </a:lnTo>
                <a:lnTo>
                  <a:pt x="0" y="3831781"/>
                </a:lnTo>
                <a:lnTo>
                  <a:pt x="0" y="0"/>
                </a:lnTo>
                <a:close/>
              </a:path>
            </a:pathLst>
          </a:custGeom>
          <a:blipFill rotWithShape="1">
            <a:blip r:embed="rId6">
              <a:alphaModFix/>
            </a:blip>
            <a:stretch>
              <a:fillRect b="0" l="0" r="0" t="0"/>
            </a:stretch>
          </a:blipFill>
          <a:ln>
            <a:noFill/>
          </a:ln>
        </p:spPr>
      </p:sp>
      <p:sp>
        <p:nvSpPr>
          <p:cNvPr id="108" name="Google Shape;108;p2"/>
          <p:cNvSpPr/>
          <p:nvPr/>
        </p:nvSpPr>
        <p:spPr>
          <a:xfrm>
            <a:off x="15574734" y="8230847"/>
            <a:ext cx="1123251" cy="933319"/>
          </a:xfrm>
          <a:custGeom>
            <a:rect b="b" l="l" r="r" t="t"/>
            <a:pathLst>
              <a:path extrusionOk="0" h="933319" w="1123251">
                <a:moveTo>
                  <a:pt x="0" y="0"/>
                </a:moveTo>
                <a:lnTo>
                  <a:pt x="1123250" y="0"/>
                </a:lnTo>
                <a:lnTo>
                  <a:pt x="1123250" y="933320"/>
                </a:lnTo>
                <a:lnTo>
                  <a:pt x="0" y="933320"/>
                </a:lnTo>
                <a:lnTo>
                  <a:pt x="0" y="0"/>
                </a:lnTo>
                <a:close/>
              </a:path>
            </a:pathLst>
          </a:custGeom>
          <a:blipFill rotWithShape="1">
            <a:blip r:embed="rId7">
              <a:alphaModFix/>
            </a:blip>
            <a:stretch>
              <a:fillRect b="0" l="0" r="0" t="0"/>
            </a:stretch>
          </a:blipFill>
          <a:ln>
            <a:noFill/>
          </a:ln>
        </p:spPr>
      </p:sp>
      <p:sp>
        <p:nvSpPr>
          <p:cNvPr id="109" name="Google Shape;109;p2"/>
          <p:cNvSpPr/>
          <p:nvPr/>
        </p:nvSpPr>
        <p:spPr>
          <a:xfrm>
            <a:off x="17233460" y="7059391"/>
            <a:ext cx="1261368" cy="2083341"/>
          </a:xfrm>
          <a:custGeom>
            <a:rect b="b" l="l" r="r" t="t"/>
            <a:pathLst>
              <a:path extrusionOk="0" h="2083341" w="1261368">
                <a:moveTo>
                  <a:pt x="0" y="0"/>
                </a:moveTo>
                <a:lnTo>
                  <a:pt x="1261368" y="0"/>
                </a:lnTo>
                <a:lnTo>
                  <a:pt x="1261368" y="2083340"/>
                </a:lnTo>
                <a:lnTo>
                  <a:pt x="0" y="2083340"/>
                </a:lnTo>
                <a:lnTo>
                  <a:pt x="0" y="0"/>
                </a:lnTo>
                <a:close/>
              </a:path>
            </a:pathLst>
          </a:custGeom>
          <a:blipFill rotWithShape="1">
            <a:blip r:embed="rId8">
              <a:alphaModFix/>
            </a:blip>
            <a:stretch>
              <a:fillRect b="0" l="0" r="0" t="0"/>
            </a:stretch>
          </a:blipFill>
          <a:ln>
            <a:noFill/>
          </a:ln>
        </p:spPr>
      </p:sp>
      <p:sp>
        <p:nvSpPr>
          <p:cNvPr id="110" name="Google Shape;110;p2"/>
          <p:cNvSpPr/>
          <p:nvPr/>
        </p:nvSpPr>
        <p:spPr>
          <a:xfrm>
            <a:off x="1655448" y="1621475"/>
            <a:ext cx="1666591" cy="2028622"/>
          </a:xfrm>
          <a:custGeom>
            <a:rect b="b" l="l" r="r" t="t"/>
            <a:pathLst>
              <a:path extrusionOk="0" h="2028622" w="1666591">
                <a:moveTo>
                  <a:pt x="0" y="0"/>
                </a:moveTo>
                <a:lnTo>
                  <a:pt x="1666591" y="0"/>
                </a:lnTo>
                <a:lnTo>
                  <a:pt x="1666591" y="2028622"/>
                </a:lnTo>
                <a:lnTo>
                  <a:pt x="0" y="2028622"/>
                </a:lnTo>
                <a:lnTo>
                  <a:pt x="0" y="0"/>
                </a:lnTo>
                <a:close/>
              </a:path>
            </a:pathLst>
          </a:custGeom>
          <a:blipFill rotWithShape="1">
            <a:blip r:embed="rId9">
              <a:alphaModFix/>
            </a:blip>
            <a:stretch>
              <a:fillRect b="-14339" l="0" r="0" t="-15336"/>
            </a:stretch>
          </a:blipFill>
          <a:ln>
            <a:noFill/>
          </a:ln>
        </p:spPr>
      </p:sp>
      <p:sp>
        <p:nvSpPr>
          <p:cNvPr id="111" name="Google Shape;111;p2"/>
          <p:cNvSpPr/>
          <p:nvPr/>
        </p:nvSpPr>
        <p:spPr>
          <a:xfrm>
            <a:off x="1644825" y="4251831"/>
            <a:ext cx="1678780" cy="2015872"/>
          </a:xfrm>
          <a:custGeom>
            <a:rect b="b" l="l" r="r" t="t"/>
            <a:pathLst>
              <a:path extrusionOk="0" h="2015872" w="1678780">
                <a:moveTo>
                  <a:pt x="0" y="0"/>
                </a:moveTo>
                <a:lnTo>
                  <a:pt x="1678780" y="0"/>
                </a:lnTo>
                <a:lnTo>
                  <a:pt x="1678780" y="2015871"/>
                </a:lnTo>
                <a:lnTo>
                  <a:pt x="0" y="2015871"/>
                </a:lnTo>
                <a:lnTo>
                  <a:pt x="0" y="0"/>
                </a:lnTo>
                <a:close/>
              </a:path>
            </a:pathLst>
          </a:custGeom>
          <a:blipFill rotWithShape="1">
            <a:blip r:embed="rId10">
              <a:alphaModFix/>
            </a:blip>
            <a:stretch>
              <a:fillRect b="-15455" l="0" r="0" t="-11949"/>
            </a:stretch>
          </a:blipFill>
          <a:ln>
            <a:noFill/>
          </a:ln>
        </p:spPr>
      </p:sp>
      <p:sp>
        <p:nvSpPr>
          <p:cNvPr id="112" name="Google Shape;112;p2"/>
          <p:cNvSpPr/>
          <p:nvPr/>
        </p:nvSpPr>
        <p:spPr>
          <a:xfrm>
            <a:off x="1655448" y="6825643"/>
            <a:ext cx="1666591" cy="2031360"/>
          </a:xfrm>
          <a:custGeom>
            <a:rect b="b" l="l" r="r" t="t"/>
            <a:pathLst>
              <a:path extrusionOk="0" h="2031360" w="1666591">
                <a:moveTo>
                  <a:pt x="0" y="0"/>
                </a:moveTo>
                <a:lnTo>
                  <a:pt x="1666591" y="0"/>
                </a:lnTo>
                <a:lnTo>
                  <a:pt x="1666591" y="2031360"/>
                </a:lnTo>
                <a:lnTo>
                  <a:pt x="0" y="2031360"/>
                </a:lnTo>
                <a:lnTo>
                  <a:pt x="0" y="0"/>
                </a:lnTo>
                <a:close/>
              </a:path>
            </a:pathLst>
          </a:custGeom>
          <a:blipFill rotWithShape="1">
            <a:blip r:embed="rId11">
              <a:alphaModFix/>
            </a:blip>
            <a:stretch>
              <a:fillRect b="-29905" l="0" r="-1788" t="0"/>
            </a:stretch>
          </a:blipFill>
          <a:ln>
            <a:noFill/>
          </a:ln>
        </p:spPr>
      </p:sp>
      <p:sp>
        <p:nvSpPr>
          <p:cNvPr id="113" name="Google Shape;113;p2"/>
          <p:cNvSpPr/>
          <p:nvPr/>
        </p:nvSpPr>
        <p:spPr>
          <a:xfrm>
            <a:off x="8990642" y="1591958"/>
            <a:ext cx="1662332" cy="2058140"/>
          </a:xfrm>
          <a:custGeom>
            <a:rect b="b" l="l" r="r" t="t"/>
            <a:pathLst>
              <a:path extrusionOk="0" h="2058140" w="1662332">
                <a:moveTo>
                  <a:pt x="0" y="0"/>
                </a:moveTo>
                <a:lnTo>
                  <a:pt x="1662331" y="0"/>
                </a:lnTo>
                <a:lnTo>
                  <a:pt x="1662331" y="2058139"/>
                </a:lnTo>
                <a:lnTo>
                  <a:pt x="0" y="2058139"/>
                </a:lnTo>
                <a:lnTo>
                  <a:pt x="0" y="0"/>
                </a:lnTo>
                <a:close/>
              </a:path>
            </a:pathLst>
          </a:custGeom>
          <a:blipFill rotWithShape="1">
            <a:blip r:embed="rId12">
              <a:alphaModFix/>
            </a:blip>
            <a:stretch>
              <a:fillRect b="-22475" l="0" r="0" t="0"/>
            </a:stretch>
          </a:blipFill>
          <a:ln>
            <a:noFill/>
          </a:ln>
        </p:spPr>
      </p:sp>
      <p:sp>
        <p:nvSpPr>
          <p:cNvPr id="114" name="Google Shape;114;p2"/>
          <p:cNvSpPr/>
          <p:nvPr/>
        </p:nvSpPr>
        <p:spPr>
          <a:xfrm>
            <a:off x="8966373" y="4213176"/>
            <a:ext cx="1668928" cy="2022865"/>
          </a:xfrm>
          <a:custGeom>
            <a:rect b="b" l="l" r="r" t="t"/>
            <a:pathLst>
              <a:path extrusionOk="0" h="2022865" w="1668928">
                <a:moveTo>
                  <a:pt x="0" y="0"/>
                </a:moveTo>
                <a:lnTo>
                  <a:pt x="1668928" y="0"/>
                </a:lnTo>
                <a:lnTo>
                  <a:pt x="1668928" y="2022865"/>
                </a:lnTo>
                <a:lnTo>
                  <a:pt x="0" y="2022865"/>
                </a:lnTo>
                <a:lnTo>
                  <a:pt x="0" y="0"/>
                </a:lnTo>
                <a:close/>
              </a:path>
            </a:pathLst>
          </a:custGeom>
          <a:blipFill rotWithShape="1">
            <a:blip r:embed="rId13">
              <a:alphaModFix/>
            </a:blip>
            <a:stretch>
              <a:fillRect b="-24376" l="0" r="-1791" t="-5723"/>
            </a:stretch>
          </a:blipFill>
          <a:ln>
            <a:noFill/>
          </a:ln>
        </p:spPr>
      </p:sp>
      <p:sp>
        <p:nvSpPr>
          <p:cNvPr id="115" name="Google Shape;115;p2"/>
          <p:cNvSpPr/>
          <p:nvPr/>
        </p:nvSpPr>
        <p:spPr>
          <a:xfrm>
            <a:off x="8990642" y="6820388"/>
            <a:ext cx="1662332" cy="2017661"/>
          </a:xfrm>
          <a:custGeom>
            <a:rect b="b" l="l" r="r" t="t"/>
            <a:pathLst>
              <a:path extrusionOk="0" h="2017661" w="1662332">
                <a:moveTo>
                  <a:pt x="0" y="0"/>
                </a:moveTo>
                <a:lnTo>
                  <a:pt x="1662331" y="0"/>
                </a:lnTo>
                <a:lnTo>
                  <a:pt x="1662331" y="2017660"/>
                </a:lnTo>
                <a:lnTo>
                  <a:pt x="0" y="2017660"/>
                </a:lnTo>
                <a:lnTo>
                  <a:pt x="0" y="0"/>
                </a:lnTo>
                <a:close/>
              </a:path>
            </a:pathLst>
          </a:custGeom>
          <a:blipFill rotWithShape="1">
            <a:blip r:embed="rId14">
              <a:alphaModFix/>
            </a:blip>
            <a:stretch>
              <a:fillRect b="-25037" l="0" r="-3198" t="0"/>
            </a:stretch>
          </a:blipFill>
          <a:ln>
            <a:noFill/>
          </a:ln>
        </p:spPr>
      </p:sp>
      <p:sp>
        <p:nvSpPr>
          <p:cNvPr id="116" name="Google Shape;116;p2"/>
          <p:cNvSpPr txBox="1"/>
          <p:nvPr/>
        </p:nvSpPr>
        <p:spPr>
          <a:xfrm>
            <a:off x="4010113" y="2089886"/>
            <a:ext cx="2993255" cy="116270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50" u="none" cap="none" strike="noStrike">
                <a:solidFill>
                  <a:srgbClr val="6F1D1B"/>
                </a:solidFill>
                <a:latin typeface="Arial"/>
                <a:ea typeface="Arial"/>
                <a:cs typeface="Arial"/>
                <a:sym typeface="Arial"/>
              </a:rPr>
              <a:t>Yuli Megawati </a:t>
            </a:r>
            <a:endParaRPr/>
          </a:p>
          <a:p>
            <a:pPr indent="0" lvl="0" marL="0" marR="0" rtl="0" algn="l">
              <a:lnSpc>
                <a:spcPct val="140000"/>
              </a:lnSpc>
              <a:spcBef>
                <a:spcPts val="0"/>
              </a:spcBef>
              <a:spcAft>
                <a:spcPts val="0"/>
              </a:spcAft>
              <a:buNone/>
            </a:pPr>
            <a:r>
              <a:rPr b="0" i="0" lang="en-US" sz="3350" u="none" cap="none" strike="noStrike">
                <a:solidFill>
                  <a:srgbClr val="6F1D1B"/>
                </a:solidFill>
                <a:latin typeface="Arial"/>
                <a:ea typeface="Arial"/>
                <a:cs typeface="Arial"/>
                <a:sym typeface="Arial"/>
              </a:rPr>
              <a:t>231110015</a:t>
            </a:r>
            <a:endParaRPr/>
          </a:p>
        </p:txBody>
      </p:sp>
      <p:sp>
        <p:nvSpPr>
          <p:cNvPr id="117" name="Google Shape;117;p2"/>
          <p:cNvSpPr txBox="1"/>
          <p:nvPr/>
        </p:nvSpPr>
        <p:spPr>
          <a:xfrm>
            <a:off x="4010113" y="4554957"/>
            <a:ext cx="3503756" cy="116270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50" u="none" cap="none" strike="noStrike">
                <a:solidFill>
                  <a:srgbClr val="6F1D1B"/>
                </a:solidFill>
                <a:latin typeface="Arial"/>
                <a:ea typeface="Arial"/>
                <a:cs typeface="Arial"/>
                <a:sym typeface="Arial"/>
              </a:rPr>
              <a:t>Ahmad Raihandi </a:t>
            </a:r>
            <a:endParaRPr/>
          </a:p>
          <a:p>
            <a:pPr indent="0" lvl="0" marL="0" marR="0" rtl="0" algn="l">
              <a:lnSpc>
                <a:spcPct val="140000"/>
              </a:lnSpc>
              <a:spcBef>
                <a:spcPts val="0"/>
              </a:spcBef>
              <a:spcAft>
                <a:spcPts val="0"/>
              </a:spcAft>
              <a:buNone/>
            </a:pPr>
            <a:r>
              <a:rPr b="0" i="0" lang="en-US" sz="3350" u="none" cap="none" strike="noStrike">
                <a:solidFill>
                  <a:srgbClr val="6F1D1B"/>
                </a:solidFill>
                <a:latin typeface="Arial"/>
                <a:ea typeface="Arial"/>
                <a:cs typeface="Arial"/>
                <a:sym typeface="Arial"/>
              </a:rPr>
              <a:t>231110128</a:t>
            </a:r>
            <a:endParaRPr/>
          </a:p>
        </p:txBody>
      </p:sp>
      <p:sp>
        <p:nvSpPr>
          <p:cNvPr id="118" name="Google Shape;118;p2"/>
          <p:cNvSpPr txBox="1"/>
          <p:nvPr/>
        </p:nvSpPr>
        <p:spPr>
          <a:xfrm>
            <a:off x="4010113" y="7280717"/>
            <a:ext cx="4194362" cy="116270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50" u="none" cap="none" strike="noStrike">
                <a:solidFill>
                  <a:srgbClr val="6F1D1B"/>
                </a:solidFill>
                <a:latin typeface="Arial"/>
                <a:ea typeface="Arial"/>
                <a:cs typeface="Arial"/>
                <a:sym typeface="Arial"/>
              </a:rPr>
              <a:t>Rayhan Aswiansyah </a:t>
            </a:r>
            <a:endParaRPr/>
          </a:p>
          <a:p>
            <a:pPr indent="0" lvl="0" marL="0" marR="0" rtl="0" algn="l">
              <a:lnSpc>
                <a:spcPct val="140000"/>
              </a:lnSpc>
              <a:spcBef>
                <a:spcPts val="0"/>
              </a:spcBef>
              <a:spcAft>
                <a:spcPts val="0"/>
              </a:spcAft>
              <a:buNone/>
            </a:pPr>
            <a:r>
              <a:rPr b="0" i="0" lang="en-US" sz="3350" u="none" cap="none" strike="noStrike">
                <a:solidFill>
                  <a:srgbClr val="6F1D1B"/>
                </a:solidFill>
                <a:latin typeface="Arial"/>
                <a:ea typeface="Arial"/>
                <a:cs typeface="Arial"/>
                <a:sym typeface="Arial"/>
              </a:rPr>
              <a:t>231110135</a:t>
            </a:r>
            <a:endParaRPr/>
          </a:p>
        </p:txBody>
      </p:sp>
      <p:sp>
        <p:nvSpPr>
          <p:cNvPr id="119" name="Google Shape;119;p2"/>
          <p:cNvSpPr txBox="1"/>
          <p:nvPr/>
        </p:nvSpPr>
        <p:spPr>
          <a:xfrm>
            <a:off x="11401600" y="2089886"/>
            <a:ext cx="3415360" cy="116270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50" u="none" cap="none" strike="noStrike">
                <a:solidFill>
                  <a:srgbClr val="6F1D1B"/>
                </a:solidFill>
                <a:latin typeface="Arial"/>
                <a:ea typeface="Arial"/>
                <a:cs typeface="Arial"/>
                <a:sym typeface="Arial"/>
              </a:rPr>
              <a:t>M. Aldy Pratama</a:t>
            </a:r>
            <a:endParaRPr/>
          </a:p>
          <a:p>
            <a:pPr indent="0" lvl="0" marL="0" marR="0" rtl="0" algn="l">
              <a:lnSpc>
                <a:spcPct val="140000"/>
              </a:lnSpc>
              <a:spcBef>
                <a:spcPts val="0"/>
              </a:spcBef>
              <a:spcAft>
                <a:spcPts val="0"/>
              </a:spcAft>
              <a:buNone/>
            </a:pPr>
            <a:r>
              <a:rPr b="0" i="0" lang="en-US" sz="3350" u="none" cap="none" strike="noStrike">
                <a:solidFill>
                  <a:srgbClr val="6F1D1B"/>
                </a:solidFill>
                <a:latin typeface="Arial"/>
                <a:ea typeface="Arial"/>
                <a:cs typeface="Arial"/>
                <a:sym typeface="Arial"/>
              </a:rPr>
              <a:t>231120075</a:t>
            </a:r>
            <a:endParaRPr/>
          </a:p>
        </p:txBody>
      </p:sp>
      <p:sp>
        <p:nvSpPr>
          <p:cNvPr id="120" name="Google Shape;120;p2"/>
          <p:cNvSpPr txBox="1"/>
          <p:nvPr/>
        </p:nvSpPr>
        <p:spPr>
          <a:xfrm>
            <a:off x="11328176" y="4554957"/>
            <a:ext cx="3754275" cy="116270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50" u="none" cap="none" strike="noStrike">
                <a:solidFill>
                  <a:srgbClr val="6F1D1B"/>
                </a:solidFill>
                <a:latin typeface="Arial"/>
                <a:ea typeface="Arial"/>
                <a:cs typeface="Arial"/>
                <a:sym typeface="Arial"/>
              </a:rPr>
              <a:t>Imadu Nafsi Alian </a:t>
            </a:r>
            <a:endParaRPr/>
          </a:p>
          <a:p>
            <a:pPr indent="0" lvl="0" marL="0" marR="0" rtl="0" algn="l">
              <a:lnSpc>
                <a:spcPct val="140000"/>
              </a:lnSpc>
              <a:spcBef>
                <a:spcPts val="0"/>
              </a:spcBef>
              <a:spcAft>
                <a:spcPts val="0"/>
              </a:spcAft>
              <a:buNone/>
            </a:pPr>
            <a:r>
              <a:rPr b="0" i="0" lang="en-US" sz="3350" u="none" cap="none" strike="noStrike">
                <a:solidFill>
                  <a:srgbClr val="6F1D1B"/>
                </a:solidFill>
                <a:latin typeface="Arial"/>
                <a:ea typeface="Arial"/>
                <a:cs typeface="Arial"/>
                <a:sym typeface="Arial"/>
              </a:rPr>
              <a:t>231110058</a:t>
            </a:r>
            <a:endParaRPr/>
          </a:p>
        </p:txBody>
      </p:sp>
      <p:sp>
        <p:nvSpPr>
          <p:cNvPr id="121" name="Google Shape;121;p2"/>
          <p:cNvSpPr txBox="1"/>
          <p:nvPr/>
        </p:nvSpPr>
        <p:spPr>
          <a:xfrm>
            <a:off x="11166879" y="7249143"/>
            <a:ext cx="4077005" cy="116270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50" u="none" cap="none" strike="noStrike">
                <a:solidFill>
                  <a:srgbClr val="6F1D1B"/>
                </a:solidFill>
                <a:latin typeface="Arial"/>
                <a:ea typeface="Arial"/>
                <a:cs typeface="Arial"/>
                <a:sym typeface="Arial"/>
              </a:rPr>
              <a:t>Laily Rahmad Fauzi </a:t>
            </a:r>
            <a:endParaRPr/>
          </a:p>
          <a:p>
            <a:pPr indent="0" lvl="0" marL="0" marR="0" rtl="0" algn="l">
              <a:lnSpc>
                <a:spcPct val="140000"/>
              </a:lnSpc>
              <a:spcBef>
                <a:spcPts val="0"/>
              </a:spcBef>
              <a:spcAft>
                <a:spcPts val="0"/>
              </a:spcAft>
              <a:buNone/>
            </a:pPr>
            <a:r>
              <a:rPr b="0" i="0" lang="en-US" sz="3350" u="none" cap="none" strike="noStrike">
                <a:solidFill>
                  <a:srgbClr val="6F1D1B"/>
                </a:solidFill>
                <a:latin typeface="Arial"/>
                <a:ea typeface="Arial"/>
                <a:cs typeface="Arial"/>
                <a:sym typeface="Arial"/>
              </a:rPr>
              <a:t>231120124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F5856"/>
        </a:solidFill>
      </p:bgPr>
    </p:bg>
    <p:spTree>
      <p:nvGrpSpPr>
        <p:cNvPr id="125" name="Shape 125"/>
        <p:cNvGrpSpPr/>
        <p:nvPr/>
      </p:nvGrpSpPr>
      <p:grpSpPr>
        <a:xfrm>
          <a:off x="0" y="0"/>
          <a:ext cx="0" cy="0"/>
          <a:chOff x="0" y="0"/>
          <a:chExt cx="0" cy="0"/>
        </a:xfrm>
      </p:grpSpPr>
      <p:sp>
        <p:nvSpPr>
          <p:cNvPr id="126" name="Google Shape;126;p3"/>
          <p:cNvSpPr txBox="1"/>
          <p:nvPr/>
        </p:nvSpPr>
        <p:spPr>
          <a:xfrm>
            <a:off x="4065916" y="4050411"/>
            <a:ext cx="10156168" cy="1967102"/>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11499" u="none" cap="none" strike="noStrike">
                <a:solidFill>
                  <a:srgbClr val="FFF4E7"/>
                </a:solidFill>
                <a:latin typeface="Lemon"/>
                <a:ea typeface="Lemon"/>
                <a:cs typeface="Lemon"/>
                <a:sym typeface="Lemon"/>
              </a:rPr>
              <a:t>PENDAHULUAN</a:t>
            </a:r>
            <a:endParaRPr/>
          </a:p>
        </p:txBody>
      </p:sp>
      <p:sp>
        <p:nvSpPr>
          <p:cNvPr id="127" name="Google Shape;127;p3"/>
          <p:cNvSpPr/>
          <p:nvPr/>
        </p:nvSpPr>
        <p:spPr>
          <a:xfrm rot="784112">
            <a:off x="2163685" y="6823760"/>
            <a:ext cx="2596065" cy="4114800"/>
          </a:xfrm>
          <a:custGeom>
            <a:rect b="b" l="l" r="r" t="t"/>
            <a:pathLst>
              <a:path extrusionOk="0" h="4114800" w="2596065">
                <a:moveTo>
                  <a:pt x="0" y="0"/>
                </a:moveTo>
                <a:lnTo>
                  <a:pt x="2596065" y="0"/>
                </a:lnTo>
                <a:lnTo>
                  <a:pt x="2596065" y="4114800"/>
                </a:lnTo>
                <a:lnTo>
                  <a:pt x="0" y="4114800"/>
                </a:lnTo>
                <a:lnTo>
                  <a:pt x="0" y="0"/>
                </a:lnTo>
                <a:close/>
              </a:path>
            </a:pathLst>
          </a:custGeom>
          <a:blipFill rotWithShape="1">
            <a:blip r:embed="rId3">
              <a:alphaModFix/>
            </a:blip>
            <a:stretch>
              <a:fillRect b="0" l="0" r="0" t="0"/>
            </a:stretch>
          </a:blipFill>
          <a:ln>
            <a:noFill/>
          </a:ln>
        </p:spPr>
      </p:sp>
      <p:sp>
        <p:nvSpPr>
          <p:cNvPr id="128" name="Google Shape;128;p3"/>
          <p:cNvSpPr/>
          <p:nvPr/>
        </p:nvSpPr>
        <p:spPr>
          <a:xfrm rot="-907591">
            <a:off x="14989084" y="-210748"/>
            <a:ext cx="2217486" cy="2478897"/>
          </a:xfrm>
          <a:custGeom>
            <a:rect b="b" l="l" r="r" t="t"/>
            <a:pathLst>
              <a:path extrusionOk="0" h="2478897" w="2217486">
                <a:moveTo>
                  <a:pt x="0" y="0"/>
                </a:moveTo>
                <a:lnTo>
                  <a:pt x="2217486" y="0"/>
                </a:lnTo>
                <a:lnTo>
                  <a:pt x="2217486" y="2478896"/>
                </a:lnTo>
                <a:lnTo>
                  <a:pt x="0" y="2478896"/>
                </a:lnTo>
                <a:lnTo>
                  <a:pt x="0" y="0"/>
                </a:lnTo>
                <a:close/>
              </a:path>
            </a:pathLst>
          </a:custGeom>
          <a:blipFill rotWithShape="1">
            <a:blip r:embed="rId4">
              <a:alphaModFix/>
            </a:blip>
            <a:stretch>
              <a:fillRect b="0" l="0" r="0" t="0"/>
            </a:stretch>
          </a:blipFill>
          <a:ln>
            <a:noFill/>
          </a:ln>
        </p:spPr>
      </p:sp>
      <p:sp>
        <p:nvSpPr>
          <p:cNvPr id="129" name="Google Shape;129;p3"/>
          <p:cNvSpPr/>
          <p:nvPr/>
        </p:nvSpPr>
        <p:spPr>
          <a:xfrm rot="625532">
            <a:off x="13799082" y="7775837"/>
            <a:ext cx="1455509" cy="2964925"/>
          </a:xfrm>
          <a:custGeom>
            <a:rect b="b" l="l" r="r" t="t"/>
            <a:pathLst>
              <a:path extrusionOk="0" h="2964925" w="1455509">
                <a:moveTo>
                  <a:pt x="0" y="0"/>
                </a:moveTo>
                <a:lnTo>
                  <a:pt x="1455509" y="0"/>
                </a:lnTo>
                <a:lnTo>
                  <a:pt x="1455509" y="2964926"/>
                </a:lnTo>
                <a:lnTo>
                  <a:pt x="0" y="2964926"/>
                </a:lnTo>
                <a:lnTo>
                  <a:pt x="0" y="0"/>
                </a:lnTo>
                <a:close/>
              </a:path>
            </a:pathLst>
          </a:custGeom>
          <a:blipFill rotWithShape="1">
            <a:blip r:embed="rId5">
              <a:alphaModFix/>
            </a:blip>
            <a:stretch>
              <a:fillRect b="0" l="0" r="0" t="0"/>
            </a:stretch>
          </a:blipFill>
          <a:ln>
            <a:noFill/>
          </a:ln>
        </p:spPr>
      </p:sp>
      <p:sp>
        <p:nvSpPr>
          <p:cNvPr id="130" name="Google Shape;130;p3"/>
          <p:cNvSpPr/>
          <p:nvPr/>
        </p:nvSpPr>
        <p:spPr>
          <a:xfrm>
            <a:off x="-297159" y="634683"/>
            <a:ext cx="3490713" cy="2481580"/>
          </a:xfrm>
          <a:custGeom>
            <a:rect b="b" l="l" r="r" t="t"/>
            <a:pathLst>
              <a:path extrusionOk="0" h="2481580" w="3490713">
                <a:moveTo>
                  <a:pt x="0" y="0"/>
                </a:moveTo>
                <a:lnTo>
                  <a:pt x="3490713" y="0"/>
                </a:lnTo>
                <a:lnTo>
                  <a:pt x="3490713" y="2481580"/>
                </a:lnTo>
                <a:lnTo>
                  <a:pt x="0" y="2481580"/>
                </a:lnTo>
                <a:lnTo>
                  <a:pt x="0" y="0"/>
                </a:lnTo>
                <a:close/>
              </a:path>
            </a:pathLst>
          </a:custGeom>
          <a:blipFill rotWithShape="1">
            <a:blip r:embed="rId6">
              <a:alphaModFix/>
            </a:blip>
            <a:stretch>
              <a:fillRect b="0" l="0" r="0" t="0"/>
            </a:stretch>
          </a:blipFill>
          <a:ln>
            <a:noFill/>
          </a:ln>
        </p:spPr>
      </p:sp>
      <p:sp>
        <p:nvSpPr>
          <p:cNvPr id="131" name="Google Shape;131;p3"/>
          <p:cNvSpPr/>
          <p:nvPr/>
        </p:nvSpPr>
        <p:spPr>
          <a:xfrm>
            <a:off x="16914893" y="4456971"/>
            <a:ext cx="2746213" cy="2471592"/>
          </a:xfrm>
          <a:custGeom>
            <a:rect b="b" l="l" r="r" t="t"/>
            <a:pathLst>
              <a:path extrusionOk="0" h="2471592" w="2746213">
                <a:moveTo>
                  <a:pt x="0" y="0"/>
                </a:moveTo>
                <a:lnTo>
                  <a:pt x="2746214" y="0"/>
                </a:lnTo>
                <a:lnTo>
                  <a:pt x="2746214" y="2471592"/>
                </a:lnTo>
                <a:lnTo>
                  <a:pt x="0" y="2471592"/>
                </a:lnTo>
                <a:lnTo>
                  <a:pt x="0" y="0"/>
                </a:lnTo>
                <a:close/>
              </a:path>
            </a:pathLst>
          </a:custGeom>
          <a:blipFill rotWithShape="1">
            <a:blip r:embed="rId7">
              <a:alphaModFix/>
            </a:blip>
            <a:stretch>
              <a:fillRect b="0" l="0" r="0" t="0"/>
            </a:stretch>
          </a:blipFill>
          <a:ln>
            <a:noFill/>
          </a:ln>
        </p:spPr>
      </p:sp>
      <p:sp>
        <p:nvSpPr>
          <p:cNvPr id="132" name="Google Shape;132;p3"/>
          <p:cNvSpPr/>
          <p:nvPr/>
        </p:nvSpPr>
        <p:spPr>
          <a:xfrm rot="-901034">
            <a:off x="-1896698" y="4277641"/>
            <a:ext cx="2539904" cy="3310301"/>
          </a:xfrm>
          <a:custGeom>
            <a:rect b="b" l="l" r="r" t="t"/>
            <a:pathLst>
              <a:path extrusionOk="0" h="3310301" w="2539904">
                <a:moveTo>
                  <a:pt x="0" y="0"/>
                </a:moveTo>
                <a:lnTo>
                  <a:pt x="2539904" y="0"/>
                </a:lnTo>
                <a:lnTo>
                  <a:pt x="2539904" y="3310301"/>
                </a:lnTo>
                <a:lnTo>
                  <a:pt x="0" y="3310301"/>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4E7"/>
        </a:solidFill>
      </p:bgPr>
    </p:bg>
    <p:spTree>
      <p:nvGrpSpPr>
        <p:cNvPr id="136" name="Shape 136"/>
        <p:cNvGrpSpPr/>
        <p:nvPr/>
      </p:nvGrpSpPr>
      <p:grpSpPr>
        <a:xfrm>
          <a:off x="0" y="0"/>
          <a:ext cx="0" cy="0"/>
          <a:chOff x="0" y="0"/>
          <a:chExt cx="0" cy="0"/>
        </a:xfrm>
      </p:grpSpPr>
      <p:grpSp>
        <p:nvGrpSpPr>
          <p:cNvPr id="137" name="Google Shape;137;p4"/>
          <p:cNvGrpSpPr/>
          <p:nvPr/>
        </p:nvGrpSpPr>
        <p:grpSpPr>
          <a:xfrm>
            <a:off x="0" y="6426910"/>
            <a:ext cx="18288000" cy="3860090"/>
            <a:chOff x="0" y="-85725"/>
            <a:chExt cx="4816593" cy="1016649"/>
          </a:xfrm>
        </p:grpSpPr>
        <p:sp>
          <p:nvSpPr>
            <p:cNvPr id="138" name="Google Shape;138;p4"/>
            <p:cNvSpPr/>
            <p:nvPr/>
          </p:nvSpPr>
          <p:spPr>
            <a:xfrm>
              <a:off x="0" y="0"/>
              <a:ext cx="4816592" cy="930924"/>
            </a:xfrm>
            <a:custGeom>
              <a:rect b="b" l="l" r="r" t="t"/>
              <a:pathLst>
                <a:path extrusionOk="0" h="930924" w="4816592">
                  <a:moveTo>
                    <a:pt x="0" y="0"/>
                  </a:moveTo>
                  <a:lnTo>
                    <a:pt x="4816592" y="0"/>
                  </a:lnTo>
                  <a:lnTo>
                    <a:pt x="4816592" y="930924"/>
                  </a:lnTo>
                  <a:lnTo>
                    <a:pt x="0" y="930924"/>
                  </a:lnTo>
                  <a:close/>
                </a:path>
              </a:pathLst>
            </a:custGeom>
            <a:solidFill>
              <a:srgbClr val="F3D5B5">
                <a:alpha val="40000"/>
              </a:srgbClr>
            </a:solidFill>
            <a:ln>
              <a:noFill/>
            </a:ln>
          </p:spPr>
        </p:sp>
        <p:sp>
          <p:nvSpPr>
            <p:cNvPr id="139" name="Google Shape;139;p4"/>
            <p:cNvSpPr txBox="1"/>
            <p:nvPr/>
          </p:nvSpPr>
          <p:spPr>
            <a:xfrm>
              <a:off x="0" y="-85725"/>
              <a:ext cx="4816593" cy="1016649"/>
            </a:xfrm>
            <a:prstGeom prst="rect">
              <a:avLst/>
            </a:prstGeom>
            <a:noFill/>
            <a:ln>
              <a:noFill/>
            </a:ln>
          </p:spPr>
          <p:txBody>
            <a:bodyPr anchorCtr="0" anchor="ctr" bIns="50800" lIns="50800" spcFirstLastPara="1" rIns="50800" wrap="square" tIns="50800">
              <a:noAutofit/>
            </a:bodyPr>
            <a:lstStyle/>
            <a:p>
              <a:pPr indent="0" lvl="0" marL="0" marR="0" rtl="0" algn="ctr">
                <a:lnSpc>
                  <a:spcPct val="2044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0" name="Google Shape;140;p4"/>
          <p:cNvSpPr/>
          <p:nvPr/>
        </p:nvSpPr>
        <p:spPr>
          <a:xfrm rot="-2485714">
            <a:off x="-5627051" y="9530770"/>
            <a:ext cx="9663801" cy="3347684"/>
          </a:xfrm>
          <a:custGeom>
            <a:rect b="b" l="l" r="r" t="t"/>
            <a:pathLst>
              <a:path extrusionOk="0" h="3347684" w="9663801">
                <a:moveTo>
                  <a:pt x="0" y="0"/>
                </a:moveTo>
                <a:lnTo>
                  <a:pt x="9663800" y="0"/>
                </a:lnTo>
                <a:lnTo>
                  <a:pt x="9663800" y="3347684"/>
                </a:lnTo>
                <a:lnTo>
                  <a:pt x="0" y="3347684"/>
                </a:lnTo>
                <a:lnTo>
                  <a:pt x="0" y="0"/>
                </a:lnTo>
                <a:close/>
              </a:path>
            </a:pathLst>
          </a:custGeom>
          <a:blipFill rotWithShape="1">
            <a:blip r:embed="rId3">
              <a:alphaModFix amt="19999"/>
            </a:blip>
            <a:stretch>
              <a:fillRect b="0" l="0" r="-32962" t="-608"/>
            </a:stretch>
          </a:blipFill>
          <a:ln>
            <a:noFill/>
          </a:ln>
        </p:spPr>
      </p:sp>
      <p:sp>
        <p:nvSpPr>
          <p:cNvPr id="141" name="Google Shape;141;p4"/>
          <p:cNvSpPr/>
          <p:nvPr/>
        </p:nvSpPr>
        <p:spPr>
          <a:xfrm rot="6045718">
            <a:off x="-1377737" y="2175939"/>
            <a:ext cx="4135477" cy="4114800"/>
          </a:xfrm>
          <a:custGeom>
            <a:rect b="b" l="l" r="r" t="t"/>
            <a:pathLst>
              <a:path extrusionOk="0" h="4114800" w="4135477">
                <a:moveTo>
                  <a:pt x="0" y="0"/>
                </a:moveTo>
                <a:lnTo>
                  <a:pt x="4135477" y="0"/>
                </a:lnTo>
                <a:lnTo>
                  <a:pt x="4135477" y="4114800"/>
                </a:lnTo>
                <a:lnTo>
                  <a:pt x="0" y="4114800"/>
                </a:lnTo>
                <a:lnTo>
                  <a:pt x="0" y="0"/>
                </a:lnTo>
                <a:close/>
              </a:path>
            </a:pathLst>
          </a:custGeom>
          <a:blipFill rotWithShape="1">
            <a:blip r:embed="rId4">
              <a:alphaModFix amt="40000"/>
            </a:blip>
            <a:stretch>
              <a:fillRect b="0" l="0" r="0" t="0"/>
            </a:stretch>
          </a:blipFill>
          <a:ln>
            <a:noFill/>
          </a:ln>
        </p:spPr>
      </p:sp>
      <p:sp>
        <p:nvSpPr>
          <p:cNvPr id="142" name="Google Shape;142;p4"/>
          <p:cNvSpPr/>
          <p:nvPr/>
        </p:nvSpPr>
        <p:spPr>
          <a:xfrm rot="-4754282">
            <a:off x="15191561" y="-852317"/>
            <a:ext cx="4135477" cy="4114800"/>
          </a:xfrm>
          <a:custGeom>
            <a:rect b="b" l="l" r="r" t="t"/>
            <a:pathLst>
              <a:path extrusionOk="0" h="4114800" w="4135477">
                <a:moveTo>
                  <a:pt x="4135478" y="4114800"/>
                </a:moveTo>
                <a:lnTo>
                  <a:pt x="0" y="4114800"/>
                </a:lnTo>
                <a:lnTo>
                  <a:pt x="0" y="0"/>
                </a:lnTo>
                <a:lnTo>
                  <a:pt x="4135478" y="0"/>
                </a:lnTo>
                <a:lnTo>
                  <a:pt x="4135478" y="4114800"/>
                </a:lnTo>
                <a:close/>
              </a:path>
            </a:pathLst>
          </a:custGeom>
          <a:blipFill rotWithShape="1">
            <a:blip r:embed="rId4">
              <a:alphaModFix amt="40000"/>
            </a:blip>
            <a:stretch>
              <a:fillRect b="0" l="0" r="0" t="0"/>
            </a:stretch>
          </a:blipFill>
          <a:ln>
            <a:noFill/>
          </a:ln>
        </p:spPr>
      </p:sp>
      <p:sp>
        <p:nvSpPr>
          <p:cNvPr id="143" name="Google Shape;143;p4"/>
          <p:cNvSpPr/>
          <p:nvPr/>
        </p:nvSpPr>
        <p:spPr>
          <a:xfrm rot="-2485714">
            <a:off x="8256019" y="8277674"/>
            <a:ext cx="9663801" cy="3347684"/>
          </a:xfrm>
          <a:custGeom>
            <a:rect b="b" l="l" r="r" t="t"/>
            <a:pathLst>
              <a:path extrusionOk="0" h="3347684" w="9663801">
                <a:moveTo>
                  <a:pt x="0" y="0"/>
                </a:moveTo>
                <a:lnTo>
                  <a:pt x="9663801" y="0"/>
                </a:lnTo>
                <a:lnTo>
                  <a:pt x="9663801" y="3347683"/>
                </a:lnTo>
                <a:lnTo>
                  <a:pt x="0" y="3347683"/>
                </a:lnTo>
                <a:lnTo>
                  <a:pt x="0" y="0"/>
                </a:lnTo>
                <a:close/>
              </a:path>
            </a:pathLst>
          </a:custGeom>
          <a:blipFill rotWithShape="1">
            <a:blip r:embed="rId3">
              <a:alphaModFix amt="19999"/>
            </a:blip>
            <a:stretch>
              <a:fillRect b="0" l="0" r="-32962" t="-608"/>
            </a:stretch>
          </a:blipFill>
          <a:ln>
            <a:noFill/>
          </a:ln>
        </p:spPr>
      </p:sp>
      <p:sp>
        <p:nvSpPr>
          <p:cNvPr id="144" name="Google Shape;144;p4"/>
          <p:cNvSpPr txBox="1"/>
          <p:nvPr/>
        </p:nvSpPr>
        <p:spPr>
          <a:xfrm>
            <a:off x="2358457" y="3256602"/>
            <a:ext cx="8664747" cy="6292115"/>
          </a:xfrm>
          <a:prstGeom prst="rect">
            <a:avLst/>
          </a:prstGeom>
          <a:noFill/>
          <a:ln>
            <a:noFill/>
          </a:ln>
        </p:spPr>
        <p:txBody>
          <a:bodyPr anchorCtr="0" anchor="t" bIns="0" lIns="0" spcFirstLastPara="1" rIns="0" wrap="square" tIns="0">
            <a:spAutoFit/>
          </a:bodyPr>
          <a:lstStyle/>
          <a:p>
            <a:pPr indent="-299984" lvl="1" marL="599971" marR="0" rtl="0" algn="just">
              <a:lnSpc>
                <a:spcPct val="140028"/>
              </a:lnSpc>
              <a:spcBef>
                <a:spcPts val="0"/>
              </a:spcBef>
              <a:spcAft>
                <a:spcPts val="0"/>
              </a:spcAft>
              <a:buClr>
                <a:srgbClr val="6F1D1B"/>
              </a:buClr>
              <a:buSzPts val="2778"/>
              <a:buFont typeface="Arial"/>
              <a:buChar char="•"/>
            </a:pPr>
            <a:r>
              <a:rPr b="0" i="0" lang="en-US" sz="2778" u="none" cap="none" strike="noStrike">
                <a:solidFill>
                  <a:srgbClr val="6F1D1B"/>
                </a:solidFill>
                <a:latin typeface="Arial"/>
                <a:ea typeface="Arial"/>
                <a:cs typeface="Arial"/>
                <a:sym typeface="Arial"/>
              </a:rPr>
              <a:t>Berdasarkan data BPS, proyeksi Penduduk menurut Kelompok Umurdan Jenis Kelamin di D.I. Yogyakarta (x 1000), 2017-2025 (Jiwa), 2023-2025. Penduduk dengan usia muda tergolong amat banyak.</a:t>
            </a:r>
            <a:endParaRPr/>
          </a:p>
          <a:p>
            <a:pPr indent="-299984" lvl="1" marL="599971" marR="0" rtl="0" algn="just">
              <a:lnSpc>
                <a:spcPct val="140028"/>
              </a:lnSpc>
              <a:spcBef>
                <a:spcPts val="0"/>
              </a:spcBef>
              <a:spcAft>
                <a:spcPts val="0"/>
              </a:spcAft>
              <a:buClr>
                <a:srgbClr val="6F1D1B"/>
              </a:buClr>
              <a:buSzPts val="2778"/>
              <a:buFont typeface="Arial"/>
              <a:buChar char="•"/>
            </a:pPr>
            <a:r>
              <a:rPr b="0" i="0" lang="en-US" sz="2778" u="none" cap="none" strike="noStrike">
                <a:solidFill>
                  <a:srgbClr val="6F1D1B"/>
                </a:solidFill>
                <a:latin typeface="Arial"/>
                <a:ea typeface="Arial"/>
                <a:cs typeface="Arial"/>
                <a:sym typeface="Arial"/>
              </a:rPr>
              <a:t>Namun berdasarkan pengamatan kami saat survei kelompok dimuseum sono budoyo pada 30 September 2023, jumlah pengunjungmuda tidak terlalu banyak.</a:t>
            </a:r>
            <a:endParaRPr/>
          </a:p>
          <a:p>
            <a:pPr indent="-299984" lvl="1" marL="599971" marR="0" rtl="0" algn="just">
              <a:lnSpc>
                <a:spcPct val="140028"/>
              </a:lnSpc>
              <a:spcBef>
                <a:spcPts val="0"/>
              </a:spcBef>
              <a:spcAft>
                <a:spcPts val="0"/>
              </a:spcAft>
              <a:buClr>
                <a:srgbClr val="6F1D1B"/>
              </a:buClr>
              <a:buSzPts val="2778"/>
              <a:buFont typeface="Arial"/>
              <a:buChar char="•"/>
            </a:pPr>
            <a:r>
              <a:rPr b="0" i="0" lang="en-US" sz="2778" u="none" cap="none" strike="noStrike">
                <a:solidFill>
                  <a:srgbClr val="6F1D1B"/>
                </a:solidFill>
                <a:latin typeface="Arial"/>
                <a:ea typeface="Arial"/>
                <a:cs typeface="Arial"/>
                <a:sym typeface="Arial"/>
              </a:rPr>
              <a:t>Museum Sonobudoyo juga memiliki website, namun menurut kami UIweb tersebut kurang menarik untuk pasar generasi muda.</a:t>
            </a:r>
            <a:endParaRPr/>
          </a:p>
          <a:p>
            <a:pPr indent="0" lvl="0" marL="0" marR="0" rtl="0" algn="just">
              <a:lnSpc>
                <a:spcPct val="140028"/>
              </a:lnSpc>
              <a:spcBef>
                <a:spcPts val="0"/>
              </a:spcBef>
              <a:spcAft>
                <a:spcPts val="0"/>
              </a:spcAft>
              <a:buNone/>
            </a:pPr>
            <a:r>
              <a:t/>
            </a:r>
            <a:endParaRPr b="0" i="0" sz="2778" u="none" cap="none" strike="noStrike">
              <a:solidFill>
                <a:srgbClr val="6F1D1B"/>
              </a:solidFill>
              <a:latin typeface="Arial"/>
              <a:ea typeface="Arial"/>
              <a:cs typeface="Arial"/>
              <a:sym typeface="Arial"/>
            </a:endParaRPr>
          </a:p>
        </p:txBody>
      </p:sp>
      <p:sp>
        <p:nvSpPr>
          <p:cNvPr id="145" name="Google Shape;145;p4"/>
          <p:cNvSpPr txBox="1"/>
          <p:nvPr/>
        </p:nvSpPr>
        <p:spPr>
          <a:xfrm>
            <a:off x="-579508" y="1157420"/>
            <a:ext cx="11707671" cy="1390662"/>
          </a:xfrm>
          <a:prstGeom prst="rect">
            <a:avLst/>
          </a:prstGeom>
          <a:noFill/>
          <a:ln>
            <a:noFill/>
          </a:ln>
        </p:spPr>
        <p:txBody>
          <a:bodyPr anchorCtr="0" anchor="t" bIns="0" lIns="0" spcFirstLastPara="1" rIns="0" wrap="square" tIns="0">
            <a:spAutoFit/>
          </a:bodyPr>
          <a:lstStyle/>
          <a:p>
            <a:pPr indent="0" lvl="0" marL="0" marR="0" rtl="0" algn="ctr">
              <a:lnSpc>
                <a:spcPct val="115996"/>
              </a:lnSpc>
              <a:spcBef>
                <a:spcPts val="0"/>
              </a:spcBef>
              <a:spcAft>
                <a:spcPts val="0"/>
              </a:spcAft>
              <a:buNone/>
            </a:pPr>
            <a:r>
              <a:rPr b="0" i="0" lang="en-US" sz="9377" u="none" cap="none" strike="noStrike">
                <a:solidFill>
                  <a:srgbClr val="6F1D1B"/>
                </a:solidFill>
                <a:latin typeface="Lemon"/>
                <a:ea typeface="Lemon"/>
                <a:cs typeface="Lemon"/>
                <a:sym typeface="Lemon"/>
              </a:rPr>
              <a:t>Latar Belakang</a:t>
            </a:r>
            <a:endParaRPr/>
          </a:p>
        </p:txBody>
      </p:sp>
      <p:sp>
        <p:nvSpPr>
          <p:cNvPr id="146" name="Google Shape;146;p4"/>
          <p:cNvSpPr/>
          <p:nvPr/>
        </p:nvSpPr>
        <p:spPr>
          <a:xfrm rot="-5400000">
            <a:off x="12378815" y="58295"/>
            <a:ext cx="4614753" cy="5590560"/>
          </a:xfrm>
          <a:custGeom>
            <a:rect b="b" l="l" r="r" t="t"/>
            <a:pathLst>
              <a:path extrusionOk="0" h="5590560" w="4614753">
                <a:moveTo>
                  <a:pt x="0" y="0"/>
                </a:moveTo>
                <a:lnTo>
                  <a:pt x="4614753" y="0"/>
                </a:lnTo>
                <a:lnTo>
                  <a:pt x="4614753" y="5590560"/>
                </a:lnTo>
                <a:lnTo>
                  <a:pt x="0" y="5590560"/>
                </a:lnTo>
                <a:lnTo>
                  <a:pt x="0" y="0"/>
                </a:lnTo>
                <a:close/>
              </a:path>
            </a:pathLst>
          </a:custGeom>
          <a:blipFill rotWithShape="1">
            <a:blip r:embed="rId5">
              <a:alphaModFix/>
            </a:blip>
            <a:stretch>
              <a:fillRect b="0" l="0" r="0" t="0"/>
            </a:stretch>
          </a:blipFill>
          <a:ln>
            <a:noFill/>
          </a:ln>
        </p:spPr>
      </p:sp>
      <p:sp>
        <p:nvSpPr>
          <p:cNvPr id="147" name="Google Shape;147;p4"/>
          <p:cNvSpPr/>
          <p:nvPr/>
        </p:nvSpPr>
        <p:spPr>
          <a:xfrm rot="-5400000">
            <a:off x="12378815" y="4848859"/>
            <a:ext cx="4614753" cy="5590560"/>
          </a:xfrm>
          <a:custGeom>
            <a:rect b="b" l="l" r="r" t="t"/>
            <a:pathLst>
              <a:path extrusionOk="0" h="5590560" w="4614753">
                <a:moveTo>
                  <a:pt x="0" y="0"/>
                </a:moveTo>
                <a:lnTo>
                  <a:pt x="4614753" y="0"/>
                </a:lnTo>
                <a:lnTo>
                  <a:pt x="4614753" y="5590560"/>
                </a:lnTo>
                <a:lnTo>
                  <a:pt x="0" y="5590560"/>
                </a:lnTo>
                <a:lnTo>
                  <a:pt x="0" y="0"/>
                </a:lnTo>
                <a:close/>
              </a:path>
            </a:pathLst>
          </a:custGeom>
          <a:blipFill rotWithShape="1">
            <a:blip r:embed="rId5">
              <a:alphaModFix/>
            </a:blip>
            <a:stretch>
              <a:fillRect b="0" l="0" r="0" t="0"/>
            </a:stretch>
          </a:blipFill>
          <a:ln>
            <a:noFill/>
          </a:ln>
        </p:spPr>
      </p:sp>
      <p:sp>
        <p:nvSpPr>
          <p:cNvPr id="148" name="Google Shape;148;p4"/>
          <p:cNvSpPr/>
          <p:nvPr/>
        </p:nvSpPr>
        <p:spPr>
          <a:xfrm>
            <a:off x="12062153" y="687445"/>
            <a:ext cx="5289516" cy="4299768"/>
          </a:xfrm>
          <a:custGeom>
            <a:rect b="b" l="l" r="r" t="t"/>
            <a:pathLst>
              <a:path extrusionOk="0" h="4299768" w="5289516">
                <a:moveTo>
                  <a:pt x="0" y="0"/>
                </a:moveTo>
                <a:lnTo>
                  <a:pt x="5289516" y="0"/>
                </a:lnTo>
                <a:lnTo>
                  <a:pt x="5289516" y="4299768"/>
                </a:lnTo>
                <a:lnTo>
                  <a:pt x="0" y="4299768"/>
                </a:lnTo>
                <a:lnTo>
                  <a:pt x="0" y="0"/>
                </a:lnTo>
                <a:close/>
              </a:path>
            </a:pathLst>
          </a:custGeom>
          <a:blipFill rotWithShape="1">
            <a:blip r:embed="rId6">
              <a:alphaModFix/>
            </a:blip>
            <a:stretch>
              <a:fillRect b="0" l="-20745" r="-12125" t="-22595"/>
            </a:stretch>
          </a:blipFill>
          <a:ln>
            <a:noFill/>
          </a:ln>
        </p:spPr>
      </p:sp>
      <p:sp>
        <p:nvSpPr>
          <p:cNvPr id="149" name="Google Shape;149;p4"/>
          <p:cNvSpPr/>
          <p:nvPr/>
        </p:nvSpPr>
        <p:spPr>
          <a:xfrm>
            <a:off x="-1367718" y="5334018"/>
            <a:ext cx="2840494" cy="3773603"/>
          </a:xfrm>
          <a:custGeom>
            <a:rect b="b" l="l" r="r" t="t"/>
            <a:pathLst>
              <a:path extrusionOk="0" h="3773603" w="2840494">
                <a:moveTo>
                  <a:pt x="0" y="0"/>
                </a:moveTo>
                <a:lnTo>
                  <a:pt x="2840494" y="0"/>
                </a:lnTo>
                <a:lnTo>
                  <a:pt x="2840494" y="3773603"/>
                </a:lnTo>
                <a:lnTo>
                  <a:pt x="0" y="3773603"/>
                </a:lnTo>
                <a:lnTo>
                  <a:pt x="0" y="0"/>
                </a:lnTo>
                <a:close/>
              </a:path>
            </a:pathLst>
          </a:custGeom>
          <a:blipFill rotWithShape="1">
            <a:blip r:embed="rId7">
              <a:alphaModFix/>
            </a:blip>
            <a:stretch>
              <a:fillRect b="0" l="0" r="0" t="0"/>
            </a:stretch>
          </a:blipFill>
          <a:ln>
            <a:noFill/>
          </a:ln>
        </p:spPr>
      </p:sp>
      <p:sp>
        <p:nvSpPr>
          <p:cNvPr id="150" name="Google Shape;150;p4"/>
          <p:cNvSpPr/>
          <p:nvPr/>
        </p:nvSpPr>
        <p:spPr>
          <a:xfrm flipH="1">
            <a:off x="-61816" y="5348833"/>
            <a:ext cx="3069183" cy="4994232"/>
          </a:xfrm>
          <a:custGeom>
            <a:rect b="b" l="l" r="r" t="t"/>
            <a:pathLst>
              <a:path extrusionOk="0" h="4994232" w="3069183">
                <a:moveTo>
                  <a:pt x="3069183" y="0"/>
                </a:moveTo>
                <a:lnTo>
                  <a:pt x="0" y="0"/>
                </a:lnTo>
                <a:lnTo>
                  <a:pt x="0" y="4994232"/>
                </a:lnTo>
                <a:lnTo>
                  <a:pt x="3069183" y="4994232"/>
                </a:lnTo>
                <a:lnTo>
                  <a:pt x="3069183" y="0"/>
                </a:lnTo>
                <a:close/>
              </a:path>
            </a:pathLst>
          </a:custGeom>
          <a:blipFill rotWithShape="1">
            <a:blip r:embed="rId8">
              <a:alphaModFix/>
            </a:blip>
            <a:stretch>
              <a:fillRect b="0" l="0" r="0" t="0"/>
            </a:stretch>
          </a:blipFill>
          <a:ln>
            <a:noFill/>
          </a:ln>
        </p:spPr>
      </p:sp>
      <p:sp>
        <p:nvSpPr>
          <p:cNvPr id="151" name="Google Shape;151;p4"/>
          <p:cNvSpPr/>
          <p:nvPr/>
        </p:nvSpPr>
        <p:spPr>
          <a:xfrm>
            <a:off x="12042842" y="5475371"/>
            <a:ext cx="5308827" cy="4295405"/>
          </a:xfrm>
          <a:custGeom>
            <a:rect b="b" l="l" r="r" t="t"/>
            <a:pathLst>
              <a:path extrusionOk="0" h="4295405" w="5308827">
                <a:moveTo>
                  <a:pt x="0" y="0"/>
                </a:moveTo>
                <a:lnTo>
                  <a:pt x="5308827" y="0"/>
                </a:lnTo>
                <a:lnTo>
                  <a:pt x="5308827" y="4295405"/>
                </a:lnTo>
                <a:lnTo>
                  <a:pt x="0" y="4295405"/>
                </a:lnTo>
                <a:lnTo>
                  <a:pt x="0" y="0"/>
                </a:lnTo>
                <a:close/>
              </a:path>
            </a:pathLst>
          </a:custGeom>
          <a:blipFill rotWithShape="1">
            <a:blip r:embed="rId9">
              <a:alphaModFix/>
            </a:blip>
            <a:stretch>
              <a:fillRect b="0" l="-3939" r="-3938"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D5B5"/>
        </a:solidFill>
      </p:bgPr>
    </p:bg>
    <p:spTree>
      <p:nvGrpSpPr>
        <p:cNvPr id="155" name="Shape 155"/>
        <p:cNvGrpSpPr/>
        <p:nvPr/>
      </p:nvGrpSpPr>
      <p:grpSpPr>
        <a:xfrm>
          <a:off x="0" y="0"/>
          <a:ext cx="0" cy="0"/>
          <a:chOff x="0" y="0"/>
          <a:chExt cx="0" cy="0"/>
        </a:xfrm>
      </p:grpSpPr>
      <p:sp>
        <p:nvSpPr>
          <p:cNvPr id="156" name="Google Shape;156;p5"/>
          <p:cNvSpPr/>
          <p:nvPr/>
        </p:nvSpPr>
        <p:spPr>
          <a:xfrm>
            <a:off x="-1328572" y="5857872"/>
            <a:ext cx="8948869" cy="5816765"/>
          </a:xfrm>
          <a:custGeom>
            <a:rect b="b" l="l" r="r" t="t"/>
            <a:pathLst>
              <a:path extrusionOk="0" h="5816765" w="8948869">
                <a:moveTo>
                  <a:pt x="0" y="0"/>
                </a:moveTo>
                <a:lnTo>
                  <a:pt x="8948869" y="0"/>
                </a:lnTo>
                <a:lnTo>
                  <a:pt x="8948869" y="5816765"/>
                </a:lnTo>
                <a:lnTo>
                  <a:pt x="0" y="5816765"/>
                </a:lnTo>
                <a:lnTo>
                  <a:pt x="0" y="0"/>
                </a:lnTo>
                <a:close/>
              </a:path>
            </a:pathLst>
          </a:custGeom>
          <a:blipFill rotWithShape="1">
            <a:blip r:embed="rId3">
              <a:alphaModFix amt="19999"/>
            </a:blip>
            <a:stretch>
              <a:fillRect b="0" l="0" r="0" t="0"/>
            </a:stretch>
          </a:blipFill>
          <a:ln>
            <a:noFill/>
          </a:ln>
        </p:spPr>
      </p:sp>
      <p:sp>
        <p:nvSpPr>
          <p:cNvPr id="157" name="Google Shape;157;p5"/>
          <p:cNvSpPr/>
          <p:nvPr/>
        </p:nvSpPr>
        <p:spPr>
          <a:xfrm>
            <a:off x="-619862" y="1831915"/>
            <a:ext cx="5932594" cy="8609305"/>
          </a:xfrm>
          <a:custGeom>
            <a:rect b="b" l="l" r="r" t="t"/>
            <a:pathLst>
              <a:path extrusionOk="0" h="8609305" w="5932594">
                <a:moveTo>
                  <a:pt x="0" y="0"/>
                </a:moveTo>
                <a:lnTo>
                  <a:pt x="5932593" y="0"/>
                </a:lnTo>
                <a:lnTo>
                  <a:pt x="5932593" y="8609305"/>
                </a:lnTo>
                <a:lnTo>
                  <a:pt x="0" y="8609305"/>
                </a:lnTo>
                <a:lnTo>
                  <a:pt x="0" y="0"/>
                </a:lnTo>
                <a:close/>
              </a:path>
            </a:pathLst>
          </a:custGeom>
          <a:blipFill rotWithShape="1">
            <a:blip r:embed="rId4">
              <a:alphaModFix/>
            </a:blip>
            <a:stretch>
              <a:fillRect b="0" l="0" r="0" t="0"/>
            </a:stretch>
          </a:blipFill>
          <a:ln>
            <a:noFill/>
          </a:ln>
        </p:spPr>
      </p:sp>
      <p:sp>
        <p:nvSpPr>
          <p:cNvPr id="158" name="Google Shape;158;p5"/>
          <p:cNvSpPr/>
          <p:nvPr/>
        </p:nvSpPr>
        <p:spPr>
          <a:xfrm>
            <a:off x="-1328572" y="7123187"/>
            <a:ext cx="3636109" cy="3286134"/>
          </a:xfrm>
          <a:custGeom>
            <a:rect b="b" l="l" r="r" t="t"/>
            <a:pathLst>
              <a:path extrusionOk="0" h="3286134" w="3636109">
                <a:moveTo>
                  <a:pt x="0" y="0"/>
                </a:moveTo>
                <a:lnTo>
                  <a:pt x="3636109" y="0"/>
                </a:lnTo>
                <a:lnTo>
                  <a:pt x="3636109" y="3286134"/>
                </a:lnTo>
                <a:lnTo>
                  <a:pt x="0" y="3286134"/>
                </a:lnTo>
                <a:lnTo>
                  <a:pt x="0" y="0"/>
                </a:lnTo>
                <a:close/>
              </a:path>
            </a:pathLst>
          </a:custGeom>
          <a:blipFill rotWithShape="1">
            <a:blip r:embed="rId5">
              <a:alphaModFix/>
            </a:blip>
            <a:stretch>
              <a:fillRect b="0" l="0" r="0" t="0"/>
            </a:stretch>
          </a:blipFill>
          <a:ln>
            <a:noFill/>
          </a:ln>
        </p:spPr>
      </p:sp>
      <p:sp>
        <p:nvSpPr>
          <p:cNvPr id="159" name="Google Shape;159;p5"/>
          <p:cNvSpPr txBox="1"/>
          <p:nvPr/>
        </p:nvSpPr>
        <p:spPr>
          <a:xfrm>
            <a:off x="6080577" y="871839"/>
            <a:ext cx="9686971" cy="1252854"/>
          </a:xfrm>
          <a:prstGeom prst="rect">
            <a:avLst/>
          </a:prstGeom>
          <a:noFill/>
          <a:ln>
            <a:noFill/>
          </a:ln>
        </p:spPr>
        <p:txBody>
          <a:bodyPr anchorCtr="0" anchor="t" bIns="0" lIns="0" spcFirstLastPara="1" rIns="0" wrap="square" tIns="0">
            <a:spAutoFit/>
          </a:bodyPr>
          <a:lstStyle/>
          <a:p>
            <a:pPr indent="0" lvl="0" marL="0" marR="0" rtl="0" algn="ctr">
              <a:lnSpc>
                <a:spcPct val="116001"/>
              </a:lnSpc>
              <a:spcBef>
                <a:spcPts val="0"/>
              </a:spcBef>
              <a:spcAft>
                <a:spcPts val="0"/>
              </a:spcAft>
              <a:buNone/>
            </a:pPr>
            <a:r>
              <a:rPr b="0" i="0" lang="en-US" sz="8499" u="none" cap="none" strike="noStrike">
                <a:solidFill>
                  <a:srgbClr val="6F1D1B"/>
                </a:solidFill>
                <a:latin typeface="Lemon"/>
                <a:ea typeface="Lemon"/>
                <a:cs typeface="Lemon"/>
                <a:sym typeface="Lemon"/>
              </a:rPr>
              <a:t>Tujuan</a:t>
            </a:r>
            <a:endParaRPr/>
          </a:p>
        </p:txBody>
      </p:sp>
      <p:sp>
        <p:nvSpPr>
          <p:cNvPr id="160" name="Google Shape;160;p5"/>
          <p:cNvSpPr txBox="1"/>
          <p:nvPr/>
        </p:nvSpPr>
        <p:spPr>
          <a:xfrm>
            <a:off x="6153609" y="2994628"/>
            <a:ext cx="11105691" cy="5659813"/>
          </a:xfrm>
          <a:prstGeom prst="rect">
            <a:avLst/>
          </a:prstGeom>
          <a:noFill/>
          <a:ln>
            <a:noFill/>
          </a:ln>
        </p:spPr>
        <p:txBody>
          <a:bodyPr anchorCtr="0" anchor="t" bIns="0" lIns="0" spcFirstLastPara="1" rIns="0" wrap="square" tIns="0">
            <a:spAutoFit/>
          </a:bodyPr>
          <a:lstStyle/>
          <a:p>
            <a:pPr indent="-350490" lvl="1" marL="700983" marR="0" rtl="0" algn="just">
              <a:lnSpc>
                <a:spcPct val="140018"/>
              </a:lnSpc>
              <a:spcBef>
                <a:spcPts val="0"/>
              </a:spcBef>
              <a:spcAft>
                <a:spcPts val="0"/>
              </a:spcAft>
              <a:buClr>
                <a:srgbClr val="6F1D1B"/>
              </a:buClr>
              <a:buSzPts val="3246"/>
              <a:buFont typeface="Arial"/>
              <a:buChar char="•"/>
            </a:pPr>
            <a:r>
              <a:rPr b="0" i="0" lang="en-US" sz="3246" u="none" cap="none" strike="noStrike">
                <a:solidFill>
                  <a:srgbClr val="6F1D1B"/>
                </a:solidFill>
                <a:latin typeface="Arial"/>
                <a:ea typeface="Arial"/>
                <a:cs typeface="Arial"/>
                <a:sym typeface="Arial"/>
              </a:rPr>
              <a:t>Menampilkan Website dengan tampilan yang lebih digemari olehkalangan muda.</a:t>
            </a:r>
            <a:endParaRPr/>
          </a:p>
          <a:p>
            <a:pPr indent="-350490" lvl="1" marL="700983" marR="0" rtl="0" algn="just">
              <a:lnSpc>
                <a:spcPct val="140018"/>
              </a:lnSpc>
              <a:spcBef>
                <a:spcPts val="0"/>
              </a:spcBef>
              <a:spcAft>
                <a:spcPts val="0"/>
              </a:spcAft>
              <a:buClr>
                <a:srgbClr val="6F1D1B"/>
              </a:buClr>
              <a:buSzPts val="3246"/>
              <a:buFont typeface="Arial"/>
              <a:buChar char="•"/>
            </a:pPr>
            <a:r>
              <a:rPr b="0" i="0" lang="en-US" sz="3246" u="none" cap="none" strike="noStrike">
                <a:solidFill>
                  <a:srgbClr val="6F1D1B"/>
                </a:solidFill>
                <a:latin typeface="Arial"/>
                <a:ea typeface="Arial"/>
                <a:cs typeface="Arial"/>
                <a:sym typeface="Arial"/>
              </a:rPr>
              <a:t>Menggunakan bahasa yang sederhana dan menyenangkan.</a:t>
            </a:r>
            <a:endParaRPr/>
          </a:p>
          <a:p>
            <a:pPr indent="-350490" lvl="1" marL="700983" marR="0" rtl="0" algn="just">
              <a:lnSpc>
                <a:spcPct val="140018"/>
              </a:lnSpc>
              <a:spcBef>
                <a:spcPts val="0"/>
              </a:spcBef>
              <a:spcAft>
                <a:spcPts val="0"/>
              </a:spcAft>
              <a:buClr>
                <a:srgbClr val="6F1D1B"/>
              </a:buClr>
              <a:buSzPts val="3246"/>
              <a:buFont typeface="Arial"/>
              <a:buChar char="•"/>
            </a:pPr>
            <a:r>
              <a:rPr b="0" i="0" lang="en-US" sz="3246" u="none" cap="none" strike="noStrike">
                <a:solidFill>
                  <a:srgbClr val="6F1D1B"/>
                </a:solidFill>
                <a:latin typeface="Arial"/>
                <a:ea typeface="Arial"/>
                <a:cs typeface="Arial"/>
                <a:sym typeface="Arial"/>
              </a:rPr>
              <a:t>Mengkupas beberapa peninggalan di museum Sonobudoyo.</a:t>
            </a:r>
            <a:endParaRPr/>
          </a:p>
          <a:p>
            <a:pPr indent="-350490" lvl="1" marL="700983" marR="0" rtl="0" algn="just">
              <a:lnSpc>
                <a:spcPct val="140018"/>
              </a:lnSpc>
              <a:spcBef>
                <a:spcPts val="0"/>
              </a:spcBef>
              <a:spcAft>
                <a:spcPts val="0"/>
              </a:spcAft>
              <a:buClr>
                <a:srgbClr val="6F1D1B"/>
              </a:buClr>
              <a:buSzPts val="3246"/>
              <a:buFont typeface="Arial"/>
              <a:buChar char="•"/>
            </a:pPr>
            <a:r>
              <a:rPr b="0" i="0" lang="en-US" sz="3246" u="none" cap="none" strike="noStrike">
                <a:solidFill>
                  <a:srgbClr val="6F1D1B"/>
                </a:solidFill>
                <a:latin typeface="Arial"/>
                <a:ea typeface="Arial"/>
                <a:cs typeface="Arial"/>
                <a:sym typeface="Arial"/>
              </a:rPr>
              <a:t>Menarik minat generasimuda untuk turut meramaikan museum Sonobuduyo dan dapat dijadikan sebagai opsi pariwisata.</a:t>
            </a:r>
            <a:endParaRPr/>
          </a:p>
          <a:p>
            <a:pPr indent="0" lvl="0" marL="0" marR="0" rtl="0" algn="just">
              <a:lnSpc>
                <a:spcPct val="140018"/>
              </a:lnSpc>
              <a:spcBef>
                <a:spcPts val="0"/>
              </a:spcBef>
              <a:spcAft>
                <a:spcPts val="0"/>
              </a:spcAft>
              <a:buNone/>
            </a:pPr>
            <a:r>
              <a:t/>
            </a:r>
            <a:endParaRPr b="0" i="0" sz="3246" u="none" cap="none" strike="noStrike">
              <a:solidFill>
                <a:srgbClr val="6F1D1B"/>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BF49"/>
        </a:solidFill>
      </p:bgPr>
    </p:bg>
    <p:spTree>
      <p:nvGrpSpPr>
        <p:cNvPr id="164" name="Shape 164"/>
        <p:cNvGrpSpPr/>
        <p:nvPr/>
      </p:nvGrpSpPr>
      <p:grpSpPr>
        <a:xfrm>
          <a:off x="0" y="0"/>
          <a:ext cx="0" cy="0"/>
          <a:chOff x="0" y="0"/>
          <a:chExt cx="0" cy="0"/>
        </a:xfrm>
      </p:grpSpPr>
      <p:sp>
        <p:nvSpPr>
          <p:cNvPr id="165" name="Google Shape;165;p6"/>
          <p:cNvSpPr/>
          <p:nvPr/>
        </p:nvSpPr>
        <p:spPr>
          <a:xfrm>
            <a:off x="15536177" y="-2057400"/>
            <a:ext cx="5353784" cy="5327015"/>
          </a:xfrm>
          <a:custGeom>
            <a:rect b="b" l="l" r="r" t="t"/>
            <a:pathLst>
              <a:path extrusionOk="0" h="5327015" w="5353784">
                <a:moveTo>
                  <a:pt x="0" y="0"/>
                </a:moveTo>
                <a:lnTo>
                  <a:pt x="5353784" y="0"/>
                </a:lnTo>
                <a:lnTo>
                  <a:pt x="5353784" y="5327015"/>
                </a:lnTo>
                <a:lnTo>
                  <a:pt x="0" y="5327015"/>
                </a:lnTo>
                <a:lnTo>
                  <a:pt x="0" y="0"/>
                </a:lnTo>
                <a:close/>
              </a:path>
            </a:pathLst>
          </a:custGeom>
          <a:blipFill rotWithShape="1">
            <a:blip r:embed="rId3">
              <a:alphaModFix amt="19999"/>
            </a:blip>
            <a:stretch>
              <a:fillRect b="0" l="0" r="0" t="0"/>
            </a:stretch>
          </a:blipFill>
          <a:ln>
            <a:noFill/>
          </a:ln>
        </p:spPr>
      </p:sp>
      <p:sp>
        <p:nvSpPr>
          <p:cNvPr id="166" name="Google Shape;166;p6"/>
          <p:cNvSpPr/>
          <p:nvPr/>
        </p:nvSpPr>
        <p:spPr>
          <a:xfrm>
            <a:off x="-2699092" y="7284539"/>
            <a:ext cx="4929993" cy="4905343"/>
          </a:xfrm>
          <a:custGeom>
            <a:rect b="b" l="l" r="r" t="t"/>
            <a:pathLst>
              <a:path extrusionOk="0" h="4905343" w="4929993">
                <a:moveTo>
                  <a:pt x="0" y="0"/>
                </a:moveTo>
                <a:lnTo>
                  <a:pt x="4929993" y="0"/>
                </a:lnTo>
                <a:lnTo>
                  <a:pt x="4929993" y="4905343"/>
                </a:lnTo>
                <a:lnTo>
                  <a:pt x="0" y="4905343"/>
                </a:lnTo>
                <a:lnTo>
                  <a:pt x="0" y="0"/>
                </a:lnTo>
                <a:close/>
              </a:path>
            </a:pathLst>
          </a:custGeom>
          <a:blipFill rotWithShape="1">
            <a:blip r:embed="rId3">
              <a:alphaModFix amt="19999"/>
            </a:blip>
            <a:stretch>
              <a:fillRect b="0" l="0" r="0" t="0"/>
            </a:stretch>
          </a:blipFill>
          <a:ln>
            <a:noFill/>
          </a:ln>
        </p:spPr>
      </p:sp>
      <p:sp>
        <p:nvSpPr>
          <p:cNvPr id="167" name="Google Shape;167;p6"/>
          <p:cNvSpPr txBox="1"/>
          <p:nvPr/>
        </p:nvSpPr>
        <p:spPr>
          <a:xfrm>
            <a:off x="2831068" y="2085975"/>
            <a:ext cx="12625863" cy="118364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8000" u="none" cap="none" strike="noStrike">
                <a:solidFill>
                  <a:srgbClr val="FFF4E7"/>
                </a:solidFill>
                <a:latin typeface="Lemon"/>
                <a:ea typeface="Lemon"/>
                <a:cs typeface="Lemon"/>
                <a:sym typeface="Lemon"/>
              </a:rPr>
              <a:t>MANFAAT</a:t>
            </a:r>
            <a:endParaRPr/>
          </a:p>
        </p:txBody>
      </p:sp>
      <p:sp>
        <p:nvSpPr>
          <p:cNvPr id="168" name="Google Shape;168;p6"/>
          <p:cNvSpPr txBox="1"/>
          <p:nvPr/>
        </p:nvSpPr>
        <p:spPr>
          <a:xfrm>
            <a:off x="2261230" y="4127666"/>
            <a:ext cx="13765540" cy="2520466"/>
          </a:xfrm>
          <a:prstGeom prst="rect">
            <a:avLst/>
          </a:prstGeom>
          <a:noFill/>
          <a:ln>
            <a:noFill/>
          </a:ln>
        </p:spPr>
        <p:txBody>
          <a:bodyPr anchorCtr="0" anchor="t" bIns="0" lIns="0" spcFirstLastPara="1" rIns="0" wrap="square" tIns="0">
            <a:spAutoFit/>
          </a:bodyPr>
          <a:lstStyle/>
          <a:p>
            <a:pPr indent="-390297" lvl="1" marL="780595" marR="0" rtl="0" algn="just">
              <a:lnSpc>
                <a:spcPct val="140000"/>
              </a:lnSpc>
              <a:spcBef>
                <a:spcPts val="0"/>
              </a:spcBef>
              <a:spcAft>
                <a:spcPts val="0"/>
              </a:spcAft>
              <a:buClr>
                <a:srgbClr val="6F1D1B"/>
              </a:buClr>
              <a:buSzPts val="3615"/>
              <a:buFont typeface="Arial"/>
              <a:buChar char="•"/>
            </a:pPr>
            <a:r>
              <a:rPr b="0" i="0" lang="en-US" sz="3615" u="none" cap="none" strike="noStrike">
                <a:solidFill>
                  <a:srgbClr val="6F1D1B"/>
                </a:solidFill>
                <a:latin typeface="Arial"/>
                <a:ea typeface="Arial"/>
                <a:cs typeface="Arial"/>
                <a:sym typeface="Arial"/>
              </a:rPr>
              <a:t>Bertambahnya jumlah pengunjung museum usia muda.</a:t>
            </a:r>
            <a:endParaRPr/>
          </a:p>
          <a:p>
            <a:pPr indent="-390297" lvl="1" marL="780595" marR="0" rtl="0" algn="just">
              <a:lnSpc>
                <a:spcPct val="140000"/>
              </a:lnSpc>
              <a:spcBef>
                <a:spcPts val="0"/>
              </a:spcBef>
              <a:spcAft>
                <a:spcPts val="0"/>
              </a:spcAft>
              <a:buClr>
                <a:srgbClr val="6F1D1B"/>
              </a:buClr>
              <a:buSzPts val="3615"/>
              <a:buFont typeface="Arial"/>
              <a:buChar char="•"/>
            </a:pPr>
            <a:r>
              <a:rPr b="0" i="0" lang="en-US" sz="3615" u="none" cap="none" strike="noStrike">
                <a:solidFill>
                  <a:srgbClr val="6F1D1B"/>
                </a:solidFill>
                <a:latin typeface="Arial"/>
                <a:ea typeface="Arial"/>
                <a:cs typeface="Arial"/>
                <a:sym typeface="Arial"/>
              </a:rPr>
              <a:t>Website yang menarik, dan sederhana akan memudahkan user untuk mendapatkan informasi.</a:t>
            </a:r>
            <a:endParaRPr/>
          </a:p>
          <a:p>
            <a:pPr indent="0" lvl="0" marL="0" marR="0" rtl="0" algn="just">
              <a:lnSpc>
                <a:spcPct val="140000"/>
              </a:lnSpc>
              <a:spcBef>
                <a:spcPts val="0"/>
              </a:spcBef>
              <a:spcAft>
                <a:spcPts val="0"/>
              </a:spcAft>
              <a:buNone/>
            </a:pPr>
            <a:r>
              <a:t/>
            </a:r>
            <a:endParaRPr b="0" i="0" sz="3615" u="none" cap="none" strike="noStrike">
              <a:solidFill>
                <a:srgbClr val="6F1D1B"/>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F5856"/>
        </a:solidFill>
      </p:bgPr>
    </p:bg>
    <p:spTree>
      <p:nvGrpSpPr>
        <p:cNvPr id="172" name="Shape 172"/>
        <p:cNvGrpSpPr/>
        <p:nvPr/>
      </p:nvGrpSpPr>
      <p:grpSpPr>
        <a:xfrm>
          <a:off x="0" y="0"/>
          <a:ext cx="0" cy="0"/>
          <a:chOff x="0" y="0"/>
          <a:chExt cx="0" cy="0"/>
        </a:xfrm>
      </p:grpSpPr>
      <p:sp>
        <p:nvSpPr>
          <p:cNvPr id="173" name="Google Shape;173;p7"/>
          <p:cNvSpPr/>
          <p:nvPr/>
        </p:nvSpPr>
        <p:spPr>
          <a:xfrm rot="-2485714">
            <a:off x="-3105713" y="6730946"/>
            <a:ext cx="11298975" cy="6238928"/>
          </a:xfrm>
          <a:custGeom>
            <a:rect b="b" l="l" r="r" t="t"/>
            <a:pathLst>
              <a:path extrusionOk="0" h="6238928" w="11298975">
                <a:moveTo>
                  <a:pt x="0" y="0"/>
                </a:moveTo>
                <a:lnTo>
                  <a:pt x="11298975" y="0"/>
                </a:lnTo>
                <a:lnTo>
                  <a:pt x="11298975" y="6238928"/>
                </a:lnTo>
                <a:lnTo>
                  <a:pt x="0" y="6238928"/>
                </a:lnTo>
                <a:lnTo>
                  <a:pt x="0" y="0"/>
                </a:lnTo>
                <a:close/>
              </a:path>
            </a:pathLst>
          </a:custGeom>
          <a:blipFill rotWithShape="1">
            <a:blip r:embed="rId3">
              <a:alphaModFix amt="19999"/>
            </a:blip>
            <a:stretch>
              <a:fillRect b="0" l="0" r="-111936" t="-608"/>
            </a:stretch>
          </a:blipFill>
          <a:ln>
            <a:noFill/>
          </a:ln>
        </p:spPr>
      </p:sp>
      <p:sp>
        <p:nvSpPr>
          <p:cNvPr id="174" name="Google Shape;174;p7"/>
          <p:cNvSpPr/>
          <p:nvPr/>
        </p:nvSpPr>
        <p:spPr>
          <a:xfrm>
            <a:off x="1479866" y="375353"/>
            <a:ext cx="6677340" cy="7325507"/>
          </a:xfrm>
          <a:custGeom>
            <a:rect b="b" l="l" r="r" t="t"/>
            <a:pathLst>
              <a:path extrusionOk="0" h="7325507" w="6677340">
                <a:moveTo>
                  <a:pt x="0" y="0"/>
                </a:moveTo>
                <a:lnTo>
                  <a:pt x="6677340" y="0"/>
                </a:lnTo>
                <a:lnTo>
                  <a:pt x="6677340" y="7325507"/>
                </a:lnTo>
                <a:lnTo>
                  <a:pt x="0" y="7325507"/>
                </a:lnTo>
                <a:lnTo>
                  <a:pt x="0" y="0"/>
                </a:lnTo>
                <a:close/>
              </a:path>
            </a:pathLst>
          </a:custGeom>
          <a:blipFill rotWithShape="1">
            <a:blip r:embed="rId4">
              <a:alphaModFix/>
            </a:blip>
            <a:stretch>
              <a:fillRect b="0" l="0" r="0" t="0"/>
            </a:stretch>
          </a:blipFill>
          <a:ln>
            <a:noFill/>
          </a:ln>
        </p:spPr>
      </p:sp>
      <p:sp>
        <p:nvSpPr>
          <p:cNvPr id="175" name="Google Shape;175;p7"/>
          <p:cNvSpPr/>
          <p:nvPr/>
        </p:nvSpPr>
        <p:spPr>
          <a:xfrm>
            <a:off x="6599164" y="3773308"/>
            <a:ext cx="2595130" cy="4114800"/>
          </a:xfrm>
          <a:custGeom>
            <a:rect b="b" l="l" r="r" t="t"/>
            <a:pathLst>
              <a:path extrusionOk="0" h="4114800" w="2595130">
                <a:moveTo>
                  <a:pt x="0" y="0"/>
                </a:moveTo>
                <a:lnTo>
                  <a:pt x="2595130" y="0"/>
                </a:lnTo>
                <a:lnTo>
                  <a:pt x="2595130" y="4114800"/>
                </a:lnTo>
                <a:lnTo>
                  <a:pt x="0" y="4114800"/>
                </a:lnTo>
                <a:lnTo>
                  <a:pt x="0" y="0"/>
                </a:lnTo>
                <a:close/>
              </a:path>
            </a:pathLst>
          </a:custGeom>
          <a:blipFill rotWithShape="1">
            <a:blip r:embed="rId5">
              <a:alphaModFix/>
            </a:blip>
            <a:stretch>
              <a:fillRect b="0" l="0" r="0" t="0"/>
            </a:stretch>
          </a:blipFill>
          <a:ln>
            <a:noFill/>
          </a:ln>
        </p:spPr>
      </p:sp>
      <p:sp>
        <p:nvSpPr>
          <p:cNvPr id="176" name="Google Shape;176;p7"/>
          <p:cNvSpPr/>
          <p:nvPr/>
        </p:nvSpPr>
        <p:spPr>
          <a:xfrm>
            <a:off x="14079209" y="-1209222"/>
            <a:ext cx="6387484" cy="3249632"/>
          </a:xfrm>
          <a:custGeom>
            <a:rect b="b" l="l" r="r" t="t"/>
            <a:pathLst>
              <a:path extrusionOk="0" h="3249632" w="6387484">
                <a:moveTo>
                  <a:pt x="0" y="0"/>
                </a:moveTo>
                <a:lnTo>
                  <a:pt x="6387483" y="0"/>
                </a:lnTo>
                <a:lnTo>
                  <a:pt x="6387483" y="3249632"/>
                </a:lnTo>
                <a:lnTo>
                  <a:pt x="0" y="3249632"/>
                </a:lnTo>
                <a:lnTo>
                  <a:pt x="0" y="0"/>
                </a:lnTo>
                <a:close/>
              </a:path>
            </a:pathLst>
          </a:custGeom>
          <a:blipFill rotWithShape="1">
            <a:blip r:embed="rId6">
              <a:alphaModFix amt="40000"/>
            </a:blip>
            <a:stretch>
              <a:fillRect b="0" l="0" r="0" t="0"/>
            </a:stretch>
          </a:blipFill>
          <a:ln>
            <a:noFill/>
          </a:ln>
        </p:spPr>
      </p:sp>
      <p:sp>
        <p:nvSpPr>
          <p:cNvPr id="177" name="Google Shape;177;p7"/>
          <p:cNvSpPr txBox="1"/>
          <p:nvPr/>
        </p:nvSpPr>
        <p:spPr>
          <a:xfrm>
            <a:off x="7896729" y="3803770"/>
            <a:ext cx="9262012" cy="2717559"/>
          </a:xfrm>
          <a:prstGeom prst="rect">
            <a:avLst/>
          </a:prstGeom>
          <a:noFill/>
          <a:ln>
            <a:noFill/>
          </a:ln>
        </p:spPr>
        <p:txBody>
          <a:bodyPr anchorCtr="0" anchor="t" bIns="0" lIns="0" spcFirstLastPara="1" rIns="0" wrap="square" tIns="0">
            <a:spAutoFit/>
          </a:bodyPr>
          <a:lstStyle/>
          <a:p>
            <a:pPr indent="0" lvl="0" marL="0" marR="0" rtl="0" algn="ctr">
              <a:lnSpc>
                <a:spcPct val="115992"/>
              </a:lnSpc>
              <a:spcBef>
                <a:spcPts val="0"/>
              </a:spcBef>
              <a:spcAft>
                <a:spcPts val="0"/>
              </a:spcAft>
              <a:buNone/>
            </a:pPr>
            <a:r>
              <a:rPr b="0" i="0" lang="en-US" sz="9248" u="none" cap="none" strike="noStrike">
                <a:solidFill>
                  <a:srgbClr val="FFF4E7"/>
                </a:solidFill>
                <a:latin typeface="Lemon"/>
                <a:ea typeface="Lemon"/>
                <a:cs typeface="Lemon"/>
                <a:sym typeface="Lemon"/>
              </a:rPr>
              <a:t>FITUR</a:t>
            </a:r>
            <a:endParaRPr/>
          </a:p>
          <a:p>
            <a:pPr indent="0" lvl="0" marL="0" marR="0" rtl="0" algn="ctr">
              <a:lnSpc>
                <a:spcPct val="115992"/>
              </a:lnSpc>
              <a:spcBef>
                <a:spcPts val="0"/>
              </a:spcBef>
              <a:spcAft>
                <a:spcPts val="0"/>
              </a:spcAft>
              <a:buNone/>
            </a:pPr>
            <a:r>
              <a:rPr b="0" i="0" lang="en-US" sz="9248" u="none" cap="none" strike="noStrike">
                <a:solidFill>
                  <a:srgbClr val="FFF4E7"/>
                </a:solidFill>
                <a:latin typeface="Lemon"/>
                <a:ea typeface="Lemon"/>
                <a:cs typeface="Lemon"/>
                <a:sym typeface="Lemon"/>
              </a:rPr>
              <a:t>WEBSITE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D5B5"/>
        </a:solidFill>
      </p:bgPr>
    </p:bg>
    <p:spTree>
      <p:nvGrpSpPr>
        <p:cNvPr id="181" name="Shape 181"/>
        <p:cNvGrpSpPr/>
        <p:nvPr/>
      </p:nvGrpSpPr>
      <p:grpSpPr>
        <a:xfrm>
          <a:off x="0" y="0"/>
          <a:ext cx="0" cy="0"/>
          <a:chOff x="0" y="0"/>
          <a:chExt cx="0" cy="0"/>
        </a:xfrm>
      </p:grpSpPr>
      <p:sp>
        <p:nvSpPr>
          <p:cNvPr id="182" name="Google Shape;182;p8"/>
          <p:cNvSpPr/>
          <p:nvPr/>
        </p:nvSpPr>
        <p:spPr>
          <a:xfrm>
            <a:off x="14139950" y="-3101439"/>
            <a:ext cx="5268689" cy="5672881"/>
          </a:xfrm>
          <a:custGeom>
            <a:rect b="b" l="l" r="r" t="t"/>
            <a:pathLst>
              <a:path extrusionOk="0" h="5672881" w="5268689">
                <a:moveTo>
                  <a:pt x="0" y="0"/>
                </a:moveTo>
                <a:lnTo>
                  <a:pt x="5268688" y="0"/>
                </a:lnTo>
                <a:lnTo>
                  <a:pt x="5268688" y="5672881"/>
                </a:lnTo>
                <a:lnTo>
                  <a:pt x="0" y="5672881"/>
                </a:lnTo>
                <a:lnTo>
                  <a:pt x="0" y="0"/>
                </a:lnTo>
                <a:close/>
              </a:path>
            </a:pathLst>
          </a:custGeom>
          <a:blipFill rotWithShape="1">
            <a:blip r:embed="rId3">
              <a:alphaModFix amt="19999"/>
            </a:blip>
            <a:stretch>
              <a:fillRect b="0" l="0" r="0" t="0"/>
            </a:stretch>
          </a:blipFill>
          <a:ln>
            <a:noFill/>
          </a:ln>
        </p:spPr>
      </p:sp>
      <p:sp>
        <p:nvSpPr>
          <p:cNvPr id="183" name="Google Shape;183;p8"/>
          <p:cNvSpPr txBox="1"/>
          <p:nvPr/>
        </p:nvSpPr>
        <p:spPr>
          <a:xfrm>
            <a:off x="1028700" y="2191568"/>
            <a:ext cx="16081985" cy="6347142"/>
          </a:xfrm>
          <a:prstGeom prst="rect">
            <a:avLst/>
          </a:prstGeom>
          <a:noFill/>
          <a:ln>
            <a:noFill/>
          </a:ln>
        </p:spPr>
        <p:txBody>
          <a:bodyPr anchorCtr="0" anchor="t" bIns="0" lIns="0" spcFirstLastPara="1" rIns="0" wrap="square" tIns="0">
            <a:spAutoFit/>
          </a:bodyPr>
          <a:lstStyle/>
          <a:p>
            <a:pPr indent="-309009" lvl="1" marL="618018" marR="0" rtl="0" algn="l">
              <a:lnSpc>
                <a:spcPct val="140006"/>
              </a:lnSpc>
              <a:spcBef>
                <a:spcPts val="0"/>
              </a:spcBef>
              <a:spcAft>
                <a:spcPts val="0"/>
              </a:spcAft>
              <a:buClr>
                <a:srgbClr val="6F1D1B"/>
              </a:buClr>
              <a:buSzPts val="2862"/>
              <a:buFont typeface="Arial"/>
              <a:buChar char="•"/>
            </a:pPr>
            <a:r>
              <a:rPr b="0" i="0" lang="en-US" sz="2862" u="none" cap="none" strike="noStrike">
                <a:solidFill>
                  <a:srgbClr val="6F1D1B"/>
                </a:solidFill>
                <a:latin typeface="Arial"/>
                <a:ea typeface="Arial"/>
                <a:cs typeface="Arial"/>
                <a:sym typeface="Arial"/>
              </a:rPr>
              <a:t>Hero Section, bagian ini menampilkan informasi singkat terkait konten landing page museum sonobudoyo</a:t>
            </a:r>
            <a:endParaRPr/>
          </a:p>
          <a:p>
            <a:pPr indent="-309009" lvl="1" marL="618018" marR="0" rtl="0" algn="l">
              <a:lnSpc>
                <a:spcPct val="140006"/>
              </a:lnSpc>
              <a:spcBef>
                <a:spcPts val="0"/>
              </a:spcBef>
              <a:spcAft>
                <a:spcPts val="0"/>
              </a:spcAft>
              <a:buClr>
                <a:srgbClr val="6F1D1B"/>
              </a:buClr>
              <a:buSzPts val="2862"/>
              <a:buFont typeface="Arial"/>
              <a:buChar char="•"/>
            </a:pPr>
            <a:r>
              <a:rPr b="0" i="0" lang="en-US" sz="2862" u="none" cap="none" strike="noStrike">
                <a:solidFill>
                  <a:srgbClr val="6F1D1B"/>
                </a:solidFill>
                <a:latin typeface="Arial"/>
                <a:ea typeface="Arial"/>
                <a:cs typeface="Arial"/>
                <a:sym typeface="Arial"/>
              </a:rPr>
              <a:t>Sejarah Museum Sonobudoyo, Menampilkan informasi mengenai sejarah dari museum sonobudoyo</a:t>
            </a:r>
            <a:endParaRPr/>
          </a:p>
          <a:p>
            <a:pPr indent="-309009" lvl="1" marL="618018" marR="0" rtl="0" algn="l">
              <a:lnSpc>
                <a:spcPct val="140006"/>
              </a:lnSpc>
              <a:spcBef>
                <a:spcPts val="0"/>
              </a:spcBef>
              <a:spcAft>
                <a:spcPts val="0"/>
              </a:spcAft>
              <a:buClr>
                <a:srgbClr val="6F1D1B"/>
              </a:buClr>
              <a:buSzPts val="2862"/>
              <a:buFont typeface="Arial"/>
              <a:buChar char="•"/>
            </a:pPr>
            <a:r>
              <a:rPr b="0" i="0" lang="en-US" sz="2862" u="none" cap="none" strike="noStrike">
                <a:solidFill>
                  <a:srgbClr val="6F1D1B"/>
                </a:solidFill>
                <a:latin typeface="Arial"/>
                <a:ea typeface="Arial"/>
                <a:cs typeface="Arial"/>
                <a:sym typeface="Arial"/>
              </a:rPr>
              <a:t>Koleksi Benda, Menampilkan informasi mengenai koleksi benda yang ada di museum sonobudoyo. Misalkan koleksi topeng, keris, arca dan lain sebagainya</a:t>
            </a:r>
            <a:endParaRPr/>
          </a:p>
          <a:p>
            <a:pPr indent="-309009" lvl="1" marL="618018" marR="0" rtl="0" algn="l">
              <a:lnSpc>
                <a:spcPct val="182005"/>
              </a:lnSpc>
              <a:spcBef>
                <a:spcPts val="0"/>
              </a:spcBef>
              <a:spcAft>
                <a:spcPts val="0"/>
              </a:spcAft>
              <a:buClr>
                <a:srgbClr val="6F1D1B"/>
              </a:buClr>
              <a:buSzPts val="2862"/>
              <a:buFont typeface="Arial"/>
              <a:buChar char="•"/>
            </a:pPr>
            <a:r>
              <a:rPr b="0" i="0" lang="en-US" sz="2862" u="none" cap="none" strike="noStrike">
                <a:solidFill>
                  <a:srgbClr val="6F1D1B"/>
                </a:solidFill>
                <a:latin typeface="Arial"/>
                <a:ea typeface="Arial"/>
                <a:cs typeface="Arial"/>
                <a:sym typeface="Arial"/>
              </a:rPr>
              <a:t>Kegiatan Museum, Menampilkan informasi / jadwal kegiatan yang ada di museum sonobudoyo, seperti workshop membatik, dan pagelaran wayang orang/kulit/topeng</a:t>
            </a:r>
            <a:endParaRPr/>
          </a:p>
          <a:p>
            <a:pPr indent="-309009" lvl="1" marL="618018" marR="0" rtl="0" algn="l">
              <a:lnSpc>
                <a:spcPct val="140006"/>
              </a:lnSpc>
              <a:spcBef>
                <a:spcPts val="0"/>
              </a:spcBef>
              <a:spcAft>
                <a:spcPts val="0"/>
              </a:spcAft>
              <a:buClr>
                <a:srgbClr val="6F1D1B"/>
              </a:buClr>
              <a:buSzPts val="2862"/>
              <a:buFont typeface="Arial"/>
              <a:buChar char="•"/>
            </a:pPr>
            <a:r>
              <a:rPr b="0" i="0" lang="en-US" sz="2862" u="none" cap="none" strike="noStrike">
                <a:solidFill>
                  <a:srgbClr val="6F1D1B"/>
                </a:solidFill>
                <a:latin typeface="Arial"/>
                <a:ea typeface="Arial"/>
                <a:cs typeface="Arial"/>
                <a:sym typeface="Arial"/>
              </a:rPr>
              <a:t>Permainan Tradisional, Menampilkan informasi mengenai permainan tradisional dimasa lampau. Misalkan adu kemiri, jamuran, gangsingan dan lain sebagainya</a:t>
            </a:r>
            <a:endParaRPr/>
          </a:p>
          <a:p>
            <a:pPr indent="-309009" lvl="1" marL="618018" marR="0" rtl="0" algn="l">
              <a:lnSpc>
                <a:spcPct val="140006"/>
              </a:lnSpc>
              <a:spcBef>
                <a:spcPts val="0"/>
              </a:spcBef>
              <a:spcAft>
                <a:spcPts val="0"/>
              </a:spcAft>
              <a:buClr>
                <a:srgbClr val="6F1D1B"/>
              </a:buClr>
              <a:buSzPts val="2862"/>
              <a:buFont typeface="Arial"/>
              <a:buChar char="•"/>
            </a:pPr>
            <a:r>
              <a:rPr b="0" i="0" lang="en-US" sz="2862" u="none" cap="none" strike="noStrike">
                <a:solidFill>
                  <a:srgbClr val="6F1D1B"/>
                </a:solidFill>
                <a:latin typeface="Arial"/>
                <a:ea typeface="Arial"/>
                <a:cs typeface="Arial"/>
                <a:sym typeface="Arial"/>
              </a:rPr>
              <a:t>Footer, Menampilkan informasi umum mengenai landing page dan kontak museum sonobudoyo.</a:t>
            </a:r>
            <a:endParaRPr/>
          </a:p>
        </p:txBody>
      </p:sp>
      <p:sp>
        <p:nvSpPr>
          <p:cNvPr id="184" name="Google Shape;184;p8"/>
          <p:cNvSpPr/>
          <p:nvPr/>
        </p:nvSpPr>
        <p:spPr>
          <a:xfrm>
            <a:off x="13078114" y="8162484"/>
            <a:ext cx="7252594" cy="4913632"/>
          </a:xfrm>
          <a:custGeom>
            <a:rect b="b" l="l" r="r" t="t"/>
            <a:pathLst>
              <a:path extrusionOk="0" h="4913632" w="7252594">
                <a:moveTo>
                  <a:pt x="0" y="0"/>
                </a:moveTo>
                <a:lnTo>
                  <a:pt x="7252593" y="0"/>
                </a:lnTo>
                <a:lnTo>
                  <a:pt x="7252593" y="4913632"/>
                </a:lnTo>
                <a:lnTo>
                  <a:pt x="0" y="4913632"/>
                </a:lnTo>
                <a:lnTo>
                  <a:pt x="0" y="0"/>
                </a:lnTo>
                <a:close/>
              </a:path>
            </a:pathLst>
          </a:custGeom>
          <a:blipFill rotWithShape="1">
            <a:blip r:embed="rId4">
              <a:alphaModFix/>
            </a:blip>
            <a:stretch>
              <a:fillRect b="0" l="0" r="0" t="0"/>
            </a:stretch>
          </a:blipFill>
          <a:ln>
            <a:noFill/>
          </a:ln>
        </p:spPr>
      </p:sp>
      <p:sp>
        <p:nvSpPr>
          <p:cNvPr id="185" name="Google Shape;185;p8"/>
          <p:cNvSpPr txBox="1"/>
          <p:nvPr/>
        </p:nvSpPr>
        <p:spPr>
          <a:xfrm>
            <a:off x="-242584" y="743955"/>
            <a:ext cx="6442063" cy="579015"/>
          </a:xfrm>
          <a:prstGeom prst="rect">
            <a:avLst/>
          </a:prstGeom>
          <a:noFill/>
          <a:ln>
            <a:noFill/>
          </a:ln>
        </p:spPr>
        <p:txBody>
          <a:bodyPr anchorCtr="0" anchor="t" bIns="0" lIns="0" spcFirstLastPara="1" rIns="0" wrap="square" tIns="0">
            <a:spAutoFit/>
          </a:bodyPr>
          <a:lstStyle/>
          <a:p>
            <a:pPr indent="0" lvl="0" marL="0" marR="0" rtl="0" algn="ctr">
              <a:lnSpc>
                <a:spcPct val="115988"/>
              </a:lnSpc>
              <a:spcBef>
                <a:spcPts val="0"/>
              </a:spcBef>
              <a:spcAft>
                <a:spcPts val="0"/>
              </a:spcAft>
              <a:buNone/>
            </a:pPr>
            <a:r>
              <a:rPr b="0" i="0" lang="en-US" sz="3884" u="none" cap="none" strike="noStrike">
                <a:solidFill>
                  <a:srgbClr val="AF5856"/>
                </a:solidFill>
                <a:latin typeface="Lemon"/>
                <a:ea typeface="Lemon"/>
                <a:cs typeface="Lemon"/>
                <a:sym typeface="Lemon"/>
              </a:rPr>
              <a:t>FITUR WEBSITE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4E7"/>
        </a:solidFill>
      </p:bgPr>
    </p:bg>
    <p:spTree>
      <p:nvGrpSpPr>
        <p:cNvPr id="189" name="Shape 189"/>
        <p:cNvGrpSpPr/>
        <p:nvPr/>
      </p:nvGrpSpPr>
      <p:grpSpPr>
        <a:xfrm>
          <a:off x="0" y="0"/>
          <a:ext cx="0" cy="0"/>
          <a:chOff x="0" y="0"/>
          <a:chExt cx="0" cy="0"/>
        </a:xfrm>
      </p:grpSpPr>
      <p:sp>
        <p:nvSpPr>
          <p:cNvPr id="190" name="Google Shape;190;p9"/>
          <p:cNvSpPr/>
          <p:nvPr/>
        </p:nvSpPr>
        <p:spPr>
          <a:xfrm>
            <a:off x="761673" y="1875631"/>
            <a:ext cx="5066815" cy="7200900"/>
          </a:xfrm>
          <a:custGeom>
            <a:rect b="b" l="l" r="r" t="t"/>
            <a:pathLst>
              <a:path extrusionOk="0" h="7200900" w="5066815">
                <a:moveTo>
                  <a:pt x="0" y="0"/>
                </a:moveTo>
                <a:lnTo>
                  <a:pt x="5066815" y="0"/>
                </a:lnTo>
                <a:lnTo>
                  <a:pt x="5066815" y="7200900"/>
                </a:lnTo>
                <a:lnTo>
                  <a:pt x="0" y="7200900"/>
                </a:lnTo>
                <a:lnTo>
                  <a:pt x="0" y="0"/>
                </a:lnTo>
                <a:close/>
              </a:path>
            </a:pathLst>
          </a:custGeom>
          <a:blipFill rotWithShape="1">
            <a:blip r:embed="rId3">
              <a:alphaModFix/>
            </a:blip>
            <a:stretch>
              <a:fillRect b="0" l="0" r="0" t="0"/>
            </a:stretch>
          </a:blipFill>
          <a:ln>
            <a:noFill/>
          </a:ln>
        </p:spPr>
      </p:sp>
      <p:sp>
        <p:nvSpPr>
          <p:cNvPr id="191" name="Google Shape;191;p9"/>
          <p:cNvSpPr/>
          <p:nvPr/>
        </p:nvSpPr>
        <p:spPr>
          <a:xfrm>
            <a:off x="13157846" y="-779631"/>
            <a:ext cx="6006662" cy="7045938"/>
          </a:xfrm>
          <a:custGeom>
            <a:rect b="b" l="l" r="r" t="t"/>
            <a:pathLst>
              <a:path extrusionOk="0" h="7045938" w="6006662">
                <a:moveTo>
                  <a:pt x="0" y="0"/>
                </a:moveTo>
                <a:lnTo>
                  <a:pt x="6006662" y="0"/>
                </a:lnTo>
                <a:lnTo>
                  <a:pt x="6006662" y="7045937"/>
                </a:lnTo>
                <a:lnTo>
                  <a:pt x="0" y="7045937"/>
                </a:lnTo>
                <a:lnTo>
                  <a:pt x="0" y="0"/>
                </a:lnTo>
                <a:close/>
              </a:path>
            </a:pathLst>
          </a:custGeom>
          <a:blipFill rotWithShape="1">
            <a:blip r:embed="rId4">
              <a:alphaModFix/>
            </a:blip>
            <a:stretch>
              <a:fillRect b="0" l="0" r="0" t="0"/>
            </a:stretch>
          </a:blipFill>
          <a:ln>
            <a:noFill/>
          </a:ln>
        </p:spPr>
      </p:sp>
      <p:sp>
        <p:nvSpPr>
          <p:cNvPr id="192" name="Google Shape;192;p9"/>
          <p:cNvSpPr/>
          <p:nvPr/>
        </p:nvSpPr>
        <p:spPr>
          <a:xfrm>
            <a:off x="11762368" y="-1545701"/>
            <a:ext cx="4183819" cy="5414354"/>
          </a:xfrm>
          <a:custGeom>
            <a:rect b="b" l="l" r="r" t="t"/>
            <a:pathLst>
              <a:path extrusionOk="0" h="5414354" w="4183819">
                <a:moveTo>
                  <a:pt x="0" y="0"/>
                </a:moveTo>
                <a:lnTo>
                  <a:pt x="4183819" y="0"/>
                </a:lnTo>
                <a:lnTo>
                  <a:pt x="4183819" y="5414353"/>
                </a:lnTo>
                <a:lnTo>
                  <a:pt x="0" y="5414353"/>
                </a:lnTo>
                <a:lnTo>
                  <a:pt x="0" y="0"/>
                </a:lnTo>
                <a:close/>
              </a:path>
            </a:pathLst>
          </a:custGeom>
          <a:blipFill rotWithShape="1">
            <a:blip r:embed="rId5">
              <a:alphaModFix/>
            </a:blip>
            <a:stretch>
              <a:fillRect b="0" l="0" r="0" t="0"/>
            </a:stretch>
          </a:blipFill>
          <a:ln>
            <a:noFill/>
          </a:ln>
        </p:spPr>
      </p:sp>
      <p:sp>
        <p:nvSpPr>
          <p:cNvPr id="193" name="Google Shape;193;p9"/>
          <p:cNvSpPr/>
          <p:nvPr/>
        </p:nvSpPr>
        <p:spPr>
          <a:xfrm>
            <a:off x="15759268" y="6931286"/>
            <a:ext cx="3000063" cy="4114800"/>
          </a:xfrm>
          <a:custGeom>
            <a:rect b="b" l="l" r="r" t="t"/>
            <a:pathLst>
              <a:path extrusionOk="0" h="4114800" w="3000063">
                <a:moveTo>
                  <a:pt x="0" y="0"/>
                </a:moveTo>
                <a:lnTo>
                  <a:pt x="3000064" y="0"/>
                </a:lnTo>
                <a:lnTo>
                  <a:pt x="3000064" y="4114800"/>
                </a:lnTo>
                <a:lnTo>
                  <a:pt x="0" y="4114800"/>
                </a:lnTo>
                <a:lnTo>
                  <a:pt x="0" y="0"/>
                </a:lnTo>
                <a:close/>
              </a:path>
            </a:pathLst>
          </a:custGeom>
          <a:blipFill rotWithShape="1">
            <a:blip r:embed="rId6">
              <a:alphaModFix/>
            </a:blip>
            <a:stretch>
              <a:fillRect b="0" l="0" r="0" t="0"/>
            </a:stretch>
          </a:blipFill>
          <a:ln>
            <a:noFill/>
          </a:ln>
        </p:spPr>
      </p:sp>
      <p:sp>
        <p:nvSpPr>
          <p:cNvPr id="194" name="Google Shape;194;p9"/>
          <p:cNvSpPr txBox="1"/>
          <p:nvPr/>
        </p:nvSpPr>
        <p:spPr>
          <a:xfrm>
            <a:off x="6546190" y="2326872"/>
            <a:ext cx="4826918" cy="3102610"/>
          </a:xfrm>
          <a:prstGeom prst="rect">
            <a:avLst/>
          </a:prstGeom>
          <a:noFill/>
          <a:ln>
            <a:noFill/>
          </a:ln>
        </p:spPr>
        <p:txBody>
          <a:bodyPr anchorCtr="0" anchor="t" bIns="0" lIns="0" spcFirstLastPara="1" rIns="0" wrap="square" tIns="0">
            <a:spAutoFit/>
          </a:bodyPr>
          <a:lstStyle/>
          <a:p>
            <a:pPr indent="0" lvl="0" marL="0" marR="0" rtl="0" algn="l">
              <a:lnSpc>
                <a:spcPct val="116002"/>
              </a:lnSpc>
              <a:spcBef>
                <a:spcPts val="0"/>
              </a:spcBef>
              <a:spcAft>
                <a:spcPts val="0"/>
              </a:spcAft>
              <a:buNone/>
            </a:pPr>
            <a:r>
              <a:rPr b="0" i="0" lang="en-US" sz="6999" u="none" cap="none" strike="noStrike">
                <a:solidFill>
                  <a:srgbClr val="6F1D1B"/>
                </a:solidFill>
                <a:latin typeface="Lemon"/>
                <a:ea typeface="Lemon"/>
                <a:cs typeface="Lemon"/>
                <a:sym typeface="Lemon"/>
              </a:rPr>
              <a:t>Kebutuhan Perancangan Sistem</a:t>
            </a:r>
            <a:endParaRPr/>
          </a:p>
        </p:txBody>
      </p:sp>
      <p:sp>
        <p:nvSpPr>
          <p:cNvPr id="195" name="Google Shape;195;p9"/>
          <p:cNvSpPr txBox="1"/>
          <p:nvPr/>
        </p:nvSpPr>
        <p:spPr>
          <a:xfrm>
            <a:off x="6546190" y="6071178"/>
            <a:ext cx="7846514" cy="1605916"/>
          </a:xfrm>
          <a:prstGeom prst="rect">
            <a:avLst/>
          </a:prstGeom>
          <a:noFill/>
          <a:ln>
            <a:noFill/>
          </a:ln>
        </p:spPr>
        <p:txBody>
          <a:bodyPr anchorCtr="0" anchor="t" bIns="0" lIns="0" spcFirstLastPara="1" rIns="0" wrap="square" tIns="0">
            <a:spAutoFit/>
          </a:bodyPr>
          <a:lstStyle/>
          <a:p>
            <a:pPr indent="0" lvl="0" marL="0" marR="0" rtl="0" algn="just">
              <a:lnSpc>
                <a:spcPct val="160022"/>
              </a:lnSpc>
              <a:spcBef>
                <a:spcPts val="0"/>
              </a:spcBef>
              <a:spcAft>
                <a:spcPts val="0"/>
              </a:spcAft>
              <a:buNone/>
            </a:pPr>
            <a:r>
              <a:rPr b="0" i="0" lang="en-US" sz="2699" u="sng" cap="none" strike="noStrike">
                <a:solidFill>
                  <a:srgbClr val="6F1D1B"/>
                </a:solidFill>
                <a:latin typeface="Fira Code"/>
                <a:ea typeface="Fira Code"/>
                <a:cs typeface="Fira Code"/>
                <a:sym typeface="Fira Code"/>
              </a:rPr>
              <a:t>Spesifikasi hardware dan software apasaja yang digunakan dalam pembuatan website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BF49"/>
        </a:solidFill>
      </p:bgPr>
    </p:bg>
    <p:spTree>
      <p:nvGrpSpPr>
        <p:cNvPr id="199" name="Shape 199"/>
        <p:cNvGrpSpPr/>
        <p:nvPr/>
      </p:nvGrpSpPr>
      <p:grpSpPr>
        <a:xfrm>
          <a:off x="0" y="0"/>
          <a:ext cx="0" cy="0"/>
          <a:chOff x="0" y="0"/>
          <a:chExt cx="0" cy="0"/>
        </a:xfrm>
      </p:grpSpPr>
      <p:sp>
        <p:nvSpPr>
          <p:cNvPr id="200" name="Google Shape;200;p10"/>
          <p:cNvSpPr/>
          <p:nvPr/>
        </p:nvSpPr>
        <p:spPr>
          <a:xfrm>
            <a:off x="5879956" y="2642525"/>
            <a:ext cx="6528087" cy="6373045"/>
          </a:xfrm>
          <a:custGeom>
            <a:rect b="b" l="l" r="r" t="t"/>
            <a:pathLst>
              <a:path extrusionOk="0" h="6373045" w="6528087">
                <a:moveTo>
                  <a:pt x="0" y="0"/>
                </a:moveTo>
                <a:lnTo>
                  <a:pt x="6528088" y="0"/>
                </a:lnTo>
                <a:lnTo>
                  <a:pt x="6528088" y="6373045"/>
                </a:lnTo>
                <a:lnTo>
                  <a:pt x="0" y="6373045"/>
                </a:lnTo>
                <a:lnTo>
                  <a:pt x="0" y="0"/>
                </a:lnTo>
                <a:close/>
              </a:path>
            </a:pathLst>
          </a:custGeom>
          <a:blipFill rotWithShape="1">
            <a:blip r:embed="rId3">
              <a:alphaModFix/>
            </a:blip>
            <a:stretch>
              <a:fillRect b="0" l="0" r="0" t="0"/>
            </a:stretch>
          </a:blipFill>
          <a:ln>
            <a:noFill/>
          </a:ln>
        </p:spPr>
      </p:sp>
      <p:sp>
        <p:nvSpPr>
          <p:cNvPr id="201" name="Google Shape;201;p10"/>
          <p:cNvSpPr/>
          <p:nvPr/>
        </p:nvSpPr>
        <p:spPr>
          <a:xfrm rot="2942016">
            <a:off x="-899866" y="-744529"/>
            <a:ext cx="4931229" cy="5309533"/>
          </a:xfrm>
          <a:custGeom>
            <a:rect b="b" l="l" r="r" t="t"/>
            <a:pathLst>
              <a:path extrusionOk="0" h="5309533" w="4931229">
                <a:moveTo>
                  <a:pt x="0" y="0"/>
                </a:moveTo>
                <a:lnTo>
                  <a:pt x="4931229" y="0"/>
                </a:lnTo>
                <a:lnTo>
                  <a:pt x="4931229" y="5309533"/>
                </a:lnTo>
                <a:lnTo>
                  <a:pt x="0" y="5309533"/>
                </a:lnTo>
                <a:lnTo>
                  <a:pt x="0" y="0"/>
                </a:lnTo>
                <a:close/>
              </a:path>
            </a:pathLst>
          </a:custGeom>
          <a:blipFill rotWithShape="1">
            <a:blip r:embed="rId4">
              <a:alphaModFix amt="19999"/>
            </a:blip>
            <a:stretch>
              <a:fillRect b="0" l="0" r="0" t="0"/>
            </a:stretch>
          </a:blipFill>
          <a:ln>
            <a:noFill/>
          </a:ln>
        </p:spPr>
      </p:sp>
      <p:sp>
        <p:nvSpPr>
          <p:cNvPr id="202" name="Google Shape;202;p10"/>
          <p:cNvSpPr/>
          <p:nvPr/>
        </p:nvSpPr>
        <p:spPr>
          <a:xfrm>
            <a:off x="12781164" y="0"/>
            <a:ext cx="7652498" cy="5018763"/>
          </a:xfrm>
          <a:custGeom>
            <a:rect b="b" l="l" r="r" t="t"/>
            <a:pathLst>
              <a:path extrusionOk="0" h="5018763" w="7652498">
                <a:moveTo>
                  <a:pt x="0" y="0"/>
                </a:moveTo>
                <a:lnTo>
                  <a:pt x="7652498" y="0"/>
                </a:lnTo>
                <a:lnTo>
                  <a:pt x="7652498" y="5018763"/>
                </a:lnTo>
                <a:lnTo>
                  <a:pt x="0" y="5018763"/>
                </a:lnTo>
                <a:lnTo>
                  <a:pt x="0" y="0"/>
                </a:lnTo>
                <a:close/>
              </a:path>
            </a:pathLst>
          </a:custGeom>
          <a:blipFill rotWithShape="1">
            <a:blip r:embed="rId5">
              <a:alphaModFix amt="19999"/>
            </a:blip>
            <a:stretch>
              <a:fillRect b="0" l="0" r="0" t="0"/>
            </a:stretch>
          </a:blipFill>
          <a:ln>
            <a:noFill/>
          </a:ln>
        </p:spPr>
      </p:sp>
      <p:sp>
        <p:nvSpPr>
          <p:cNvPr id="203" name="Google Shape;203;p10"/>
          <p:cNvSpPr txBox="1"/>
          <p:nvPr/>
        </p:nvSpPr>
        <p:spPr>
          <a:xfrm>
            <a:off x="3788969" y="28575"/>
            <a:ext cx="10710063" cy="2326997"/>
          </a:xfrm>
          <a:prstGeom prst="rect">
            <a:avLst/>
          </a:prstGeom>
          <a:noFill/>
          <a:ln>
            <a:noFill/>
          </a:ln>
        </p:spPr>
        <p:txBody>
          <a:bodyPr anchorCtr="0" anchor="t" bIns="0" lIns="0" spcFirstLastPara="1" rIns="0" wrap="square" tIns="0">
            <a:spAutoFit/>
          </a:bodyPr>
          <a:lstStyle/>
          <a:p>
            <a:pPr indent="0" lvl="0" marL="0" marR="0" rtl="0" algn="ctr">
              <a:lnSpc>
                <a:spcPct val="116002"/>
              </a:lnSpc>
              <a:spcBef>
                <a:spcPts val="0"/>
              </a:spcBef>
              <a:spcAft>
                <a:spcPts val="0"/>
              </a:spcAft>
              <a:buNone/>
            </a:pPr>
            <a:r>
              <a:rPr b="0" i="0" lang="en-US" sz="7905" u="none" cap="none" strike="noStrike">
                <a:solidFill>
                  <a:srgbClr val="FFF4E7"/>
                </a:solidFill>
                <a:latin typeface="Lemon"/>
                <a:ea typeface="Lemon"/>
                <a:cs typeface="Lemon"/>
                <a:sym typeface="Lemon"/>
              </a:rPr>
              <a:t>Kebutuhan perancangan sistem</a:t>
            </a:r>
            <a:endParaRPr/>
          </a:p>
        </p:txBody>
      </p:sp>
      <p:sp>
        <p:nvSpPr>
          <p:cNvPr id="204" name="Google Shape;204;p10"/>
          <p:cNvSpPr txBox="1"/>
          <p:nvPr/>
        </p:nvSpPr>
        <p:spPr>
          <a:xfrm>
            <a:off x="2826556" y="2890101"/>
            <a:ext cx="3626689" cy="46482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699" u="none" cap="none" strike="noStrike">
                <a:solidFill>
                  <a:srgbClr val="FFF4E7"/>
                </a:solidFill>
                <a:latin typeface="Fira Code"/>
                <a:ea typeface="Fira Code"/>
                <a:cs typeface="Fira Code"/>
                <a:sym typeface="Fira Code"/>
              </a:rPr>
              <a:t>EDITING LAPTOP</a:t>
            </a:r>
            <a:endParaRPr/>
          </a:p>
        </p:txBody>
      </p:sp>
      <p:sp>
        <p:nvSpPr>
          <p:cNvPr id="205" name="Google Shape;205;p10"/>
          <p:cNvSpPr/>
          <p:nvPr/>
        </p:nvSpPr>
        <p:spPr>
          <a:xfrm>
            <a:off x="130295" y="5894311"/>
            <a:ext cx="4064201" cy="4315396"/>
          </a:xfrm>
          <a:custGeom>
            <a:rect b="b" l="l" r="r" t="t"/>
            <a:pathLst>
              <a:path extrusionOk="0" h="4315396" w="4064201">
                <a:moveTo>
                  <a:pt x="0" y="0"/>
                </a:moveTo>
                <a:lnTo>
                  <a:pt x="4064201" y="0"/>
                </a:lnTo>
                <a:lnTo>
                  <a:pt x="4064201" y="4315396"/>
                </a:lnTo>
                <a:lnTo>
                  <a:pt x="0" y="4315396"/>
                </a:lnTo>
                <a:lnTo>
                  <a:pt x="0" y="0"/>
                </a:lnTo>
                <a:close/>
              </a:path>
            </a:pathLst>
          </a:custGeom>
          <a:blipFill rotWithShape="1">
            <a:blip r:embed="rId6">
              <a:alphaModFix/>
            </a:blip>
            <a:stretch>
              <a:fillRect b="0" l="0" r="0" t="0"/>
            </a:stretch>
          </a:blipFill>
          <a:ln>
            <a:noFill/>
          </a:ln>
        </p:spPr>
      </p:sp>
      <p:sp>
        <p:nvSpPr>
          <p:cNvPr id="206" name="Google Shape;206;p10"/>
          <p:cNvSpPr txBox="1"/>
          <p:nvPr/>
        </p:nvSpPr>
        <p:spPr>
          <a:xfrm>
            <a:off x="2826556" y="5364228"/>
            <a:ext cx="2642125" cy="46482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699" u="none" cap="none" strike="noStrike">
                <a:solidFill>
                  <a:srgbClr val="FFF4E7"/>
                </a:solidFill>
                <a:latin typeface="Fira Code"/>
                <a:ea typeface="Fira Code"/>
                <a:cs typeface="Fira Code"/>
                <a:sym typeface="Fira Code"/>
              </a:rPr>
              <a:t>SMARTPHONE</a:t>
            </a:r>
            <a:endParaRPr/>
          </a:p>
        </p:txBody>
      </p:sp>
      <p:sp>
        <p:nvSpPr>
          <p:cNvPr id="207" name="Google Shape;207;p10"/>
          <p:cNvSpPr txBox="1"/>
          <p:nvPr/>
        </p:nvSpPr>
        <p:spPr>
          <a:xfrm>
            <a:off x="1981663" y="4198078"/>
            <a:ext cx="3898293" cy="46482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699" u="none" cap="none" strike="noStrike">
                <a:solidFill>
                  <a:srgbClr val="FFF4E7"/>
                </a:solidFill>
                <a:latin typeface="Fira Code"/>
                <a:ea typeface="Fira Code"/>
                <a:cs typeface="Fira Code"/>
                <a:sym typeface="Fira Code"/>
              </a:rPr>
              <a:t>RECORDING TOOLS</a:t>
            </a:r>
            <a:endParaRPr/>
          </a:p>
        </p:txBody>
      </p:sp>
      <p:sp>
        <p:nvSpPr>
          <p:cNvPr id="208" name="Google Shape;208;p10"/>
          <p:cNvSpPr txBox="1"/>
          <p:nvPr/>
        </p:nvSpPr>
        <p:spPr>
          <a:xfrm>
            <a:off x="3658343" y="6676773"/>
            <a:ext cx="1810338" cy="46482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699" u="none" cap="none" strike="noStrike">
                <a:solidFill>
                  <a:srgbClr val="FFF4E7"/>
                </a:solidFill>
                <a:latin typeface="Fira Code"/>
                <a:ea typeface="Fira Code"/>
                <a:cs typeface="Fira Code"/>
                <a:sym typeface="Fira Code"/>
              </a:rPr>
              <a:t>SERVER</a:t>
            </a:r>
            <a:endParaRPr/>
          </a:p>
        </p:txBody>
      </p:sp>
      <p:sp>
        <p:nvSpPr>
          <p:cNvPr id="209" name="Google Shape;209;p10"/>
          <p:cNvSpPr txBox="1"/>
          <p:nvPr/>
        </p:nvSpPr>
        <p:spPr>
          <a:xfrm>
            <a:off x="12545167" y="2890101"/>
            <a:ext cx="4101996" cy="46482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699" u="none" cap="none" strike="noStrike">
                <a:solidFill>
                  <a:srgbClr val="FFF4E7"/>
                </a:solidFill>
                <a:latin typeface="Fira Code"/>
                <a:ea typeface="Fira Code"/>
                <a:cs typeface="Fira Code"/>
                <a:sym typeface="Fira Code"/>
              </a:rPr>
              <a:t>CONTENT MANGEMENT</a:t>
            </a:r>
            <a:endParaRPr/>
          </a:p>
        </p:txBody>
      </p:sp>
      <p:sp>
        <p:nvSpPr>
          <p:cNvPr id="210" name="Google Shape;210;p10"/>
          <p:cNvSpPr txBox="1"/>
          <p:nvPr/>
        </p:nvSpPr>
        <p:spPr>
          <a:xfrm>
            <a:off x="13167837" y="4198078"/>
            <a:ext cx="3428645" cy="46482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699" u="none" cap="none" strike="noStrike">
                <a:solidFill>
                  <a:srgbClr val="FFF4E7"/>
                </a:solidFill>
                <a:latin typeface="Fira Code"/>
                <a:ea typeface="Fira Code"/>
                <a:cs typeface="Fira Code"/>
                <a:sym typeface="Fira Code"/>
              </a:rPr>
              <a:t>UI/UX DESIGN</a:t>
            </a:r>
            <a:endParaRPr/>
          </a:p>
        </p:txBody>
      </p:sp>
      <p:sp>
        <p:nvSpPr>
          <p:cNvPr id="211" name="Google Shape;211;p10"/>
          <p:cNvSpPr/>
          <p:nvPr/>
        </p:nvSpPr>
        <p:spPr>
          <a:xfrm>
            <a:off x="15450803" y="7650057"/>
            <a:ext cx="2707337" cy="2731027"/>
          </a:xfrm>
          <a:custGeom>
            <a:rect b="b" l="l" r="r" t="t"/>
            <a:pathLst>
              <a:path extrusionOk="0" h="2731027" w="2707337">
                <a:moveTo>
                  <a:pt x="0" y="0"/>
                </a:moveTo>
                <a:lnTo>
                  <a:pt x="2707338" y="0"/>
                </a:lnTo>
                <a:lnTo>
                  <a:pt x="2707338" y="2731027"/>
                </a:lnTo>
                <a:lnTo>
                  <a:pt x="0" y="2731027"/>
                </a:lnTo>
                <a:lnTo>
                  <a:pt x="0" y="0"/>
                </a:lnTo>
                <a:close/>
              </a:path>
            </a:pathLst>
          </a:custGeom>
          <a:blipFill rotWithShape="1">
            <a:blip r:embed="rId7">
              <a:alphaModFix/>
            </a:blip>
            <a:stretch>
              <a:fillRect b="0" l="0" r="0" t="0"/>
            </a:stretch>
          </a:blipFill>
          <a:ln>
            <a:noFill/>
          </a:ln>
        </p:spPr>
      </p:sp>
      <p:sp>
        <p:nvSpPr>
          <p:cNvPr id="212" name="Google Shape;212;p10"/>
          <p:cNvSpPr/>
          <p:nvPr/>
        </p:nvSpPr>
        <p:spPr>
          <a:xfrm>
            <a:off x="764917" y="754453"/>
            <a:ext cx="1216746" cy="1023366"/>
          </a:xfrm>
          <a:custGeom>
            <a:rect b="b" l="l" r="r" t="t"/>
            <a:pathLst>
              <a:path extrusionOk="0" h="1023366" w="1216746">
                <a:moveTo>
                  <a:pt x="0" y="0"/>
                </a:moveTo>
                <a:lnTo>
                  <a:pt x="1216746" y="0"/>
                </a:lnTo>
                <a:lnTo>
                  <a:pt x="1216746" y="1023365"/>
                </a:lnTo>
                <a:lnTo>
                  <a:pt x="0" y="1023365"/>
                </a:lnTo>
                <a:lnTo>
                  <a:pt x="0" y="0"/>
                </a:lnTo>
                <a:close/>
              </a:path>
            </a:pathLst>
          </a:custGeom>
          <a:blipFill rotWithShape="1">
            <a:blip r:embed="rId8">
              <a:alphaModFix/>
            </a:blip>
            <a:stretch>
              <a:fillRect b="0" l="0" r="0" t="0"/>
            </a:stretch>
          </a:blipFill>
          <a:ln>
            <a:noFill/>
          </a:ln>
        </p:spPr>
      </p:sp>
      <p:sp>
        <p:nvSpPr>
          <p:cNvPr id="213" name="Google Shape;213;p10"/>
          <p:cNvSpPr txBox="1"/>
          <p:nvPr/>
        </p:nvSpPr>
        <p:spPr>
          <a:xfrm>
            <a:off x="3071631" y="1796868"/>
            <a:ext cx="3136540" cy="777760"/>
          </a:xfrm>
          <a:prstGeom prst="rect">
            <a:avLst/>
          </a:prstGeom>
          <a:noFill/>
          <a:ln>
            <a:noFill/>
          </a:ln>
        </p:spPr>
        <p:txBody>
          <a:bodyPr anchorCtr="0" anchor="t" bIns="0" lIns="0" spcFirstLastPara="1" rIns="0" wrap="square" tIns="0">
            <a:spAutoFit/>
          </a:bodyPr>
          <a:lstStyle/>
          <a:p>
            <a:pPr indent="0" lvl="0" marL="0" marR="0" rtl="0" algn="l">
              <a:lnSpc>
                <a:spcPct val="116011"/>
              </a:lnSpc>
              <a:spcBef>
                <a:spcPts val="0"/>
              </a:spcBef>
              <a:spcAft>
                <a:spcPts val="0"/>
              </a:spcAft>
              <a:buNone/>
            </a:pPr>
            <a:r>
              <a:rPr b="0" i="0" lang="en-US" sz="5240" u="none" cap="none" strike="noStrike">
                <a:solidFill>
                  <a:srgbClr val="6F1D1B"/>
                </a:solidFill>
                <a:latin typeface="Lemon"/>
                <a:ea typeface="Lemon"/>
                <a:cs typeface="Lemon"/>
                <a:sym typeface="Lemon"/>
              </a:rPr>
              <a:t>Hardware</a:t>
            </a:r>
            <a:endParaRPr/>
          </a:p>
        </p:txBody>
      </p:sp>
      <p:sp>
        <p:nvSpPr>
          <p:cNvPr id="214" name="Google Shape;214;p10"/>
          <p:cNvSpPr txBox="1"/>
          <p:nvPr/>
        </p:nvSpPr>
        <p:spPr>
          <a:xfrm>
            <a:off x="13382182" y="1864765"/>
            <a:ext cx="2999954" cy="777760"/>
          </a:xfrm>
          <a:prstGeom prst="rect">
            <a:avLst/>
          </a:prstGeom>
          <a:noFill/>
          <a:ln>
            <a:noFill/>
          </a:ln>
        </p:spPr>
        <p:txBody>
          <a:bodyPr anchorCtr="0" anchor="t" bIns="0" lIns="0" spcFirstLastPara="1" rIns="0" wrap="square" tIns="0">
            <a:spAutoFit/>
          </a:bodyPr>
          <a:lstStyle/>
          <a:p>
            <a:pPr indent="0" lvl="0" marL="0" marR="0" rtl="0" algn="l">
              <a:lnSpc>
                <a:spcPct val="116011"/>
              </a:lnSpc>
              <a:spcBef>
                <a:spcPts val="0"/>
              </a:spcBef>
              <a:spcAft>
                <a:spcPts val="0"/>
              </a:spcAft>
              <a:buNone/>
            </a:pPr>
            <a:r>
              <a:rPr b="0" i="0" lang="en-US" sz="5240" u="none" cap="none" strike="noStrike">
                <a:solidFill>
                  <a:srgbClr val="6F1D1B"/>
                </a:solidFill>
                <a:latin typeface="Lemon"/>
                <a:ea typeface="Lemon"/>
                <a:cs typeface="Lemon"/>
                <a:sym typeface="Lemon"/>
              </a:rPr>
              <a:t> Software</a:t>
            </a:r>
            <a:endParaRPr/>
          </a:p>
        </p:txBody>
      </p:sp>
      <p:sp>
        <p:nvSpPr>
          <p:cNvPr id="215" name="Google Shape;215;p10"/>
          <p:cNvSpPr/>
          <p:nvPr/>
        </p:nvSpPr>
        <p:spPr>
          <a:xfrm>
            <a:off x="5018887" y="9606120"/>
            <a:ext cx="4125113" cy="4114800"/>
          </a:xfrm>
          <a:custGeom>
            <a:rect b="b" l="l" r="r" t="t"/>
            <a:pathLst>
              <a:path extrusionOk="0" h="4114800" w="4125113">
                <a:moveTo>
                  <a:pt x="0" y="0"/>
                </a:moveTo>
                <a:lnTo>
                  <a:pt x="4125113" y="0"/>
                </a:lnTo>
                <a:lnTo>
                  <a:pt x="4125113" y="4114800"/>
                </a:lnTo>
                <a:lnTo>
                  <a:pt x="0" y="4114800"/>
                </a:lnTo>
                <a:lnTo>
                  <a:pt x="0" y="0"/>
                </a:lnTo>
                <a:close/>
              </a:path>
            </a:pathLst>
          </a:custGeom>
          <a:blipFill rotWithShape="1">
            <a:blip r:embed="rId9">
              <a:alphaModFix amt="40000"/>
            </a:blip>
            <a:stretch>
              <a:fillRect b="0" l="0" r="0" t="0"/>
            </a:stretch>
          </a:blipFill>
          <a:ln>
            <a:noFill/>
          </a:ln>
        </p:spPr>
      </p:sp>
      <p:sp>
        <p:nvSpPr>
          <p:cNvPr id="216" name="Google Shape;216;p10"/>
          <p:cNvSpPr/>
          <p:nvPr/>
        </p:nvSpPr>
        <p:spPr>
          <a:xfrm>
            <a:off x="11584127" y="9682479"/>
            <a:ext cx="4125113" cy="4114800"/>
          </a:xfrm>
          <a:custGeom>
            <a:rect b="b" l="l" r="r" t="t"/>
            <a:pathLst>
              <a:path extrusionOk="0" h="4114800" w="4125113">
                <a:moveTo>
                  <a:pt x="0" y="0"/>
                </a:moveTo>
                <a:lnTo>
                  <a:pt x="4125113" y="0"/>
                </a:lnTo>
                <a:lnTo>
                  <a:pt x="4125113" y="4114800"/>
                </a:lnTo>
                <a:lnTo>
                  <a:pt x="0" y="4114800"/>
                </a:lnTo>
                <a:lnTo>
                  <a:pt x="0" y="0"/>
                </a:lnTo>
                <a:close/>
              </a:path>
            </a:pathLst>
          </a:custGeom>
          <a:blipFill rotWithShape="1">
            <a:blip r:embed="rId9">
              <a:alphaModFix amt="40000"/>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BF49"/>
        </a:solidFill>
      </p:bgPr>
    </p:bg>
    <p:spTree>
      <p:nvGrpSpPr>
        <p:cNvPr id="220" name="Shape 220"/>
        <p:cNvGrpSpPr/>
        <p:nvPr/>
      </p:nvGrpSpPr>
      <p:grpSpPr>
        <a:xfrm>
          <a:off x="0" y="0"/>
          <a:ext cx="0" cy="0"/>
          <a:chOff x="0" y="0"/>
          <a:chExt cx="0" cy="0"/>
        </a:xfrm>
      </p:grpSpPr>
      <p:sp>
        <p:nvSpPr>
          <p:cNvPr id="221" name="Google Shape;221;p11"/>
          <p:cNvSpPr/>
          <p:nvPr/>
        </p:nvSpPr>
        <p:spPr>
          <a:xfrm>
            <a:off x="-733183" y="-839409"/>
            <a:ext cx="2601767" cy="3736218"/>
          </a:xfrm>
          <a:custGeom>
            <a:rect b="b" l="l" r="r" t="t"/>
            <a:pathLst>
              <a:path extrusionOk="0" h="3736218" w="2601767">
                <a:moveTo>
                  <a:pt x="0" y="0"/>
                </a:moveTo>
                <a:lnTo>
                  <a:pt x="2601767" y="0"/>
                </a:lnTo>
                <a:lnTo>
                  <a:pt x="2601767" y="3736218"/>
                </a:lnTo>
                <a:lnTo>
                  <a:pt x="0" y="3736218"/>
                </a:lnTo>
                <a:lnTo>
                  <a:pt x="0" y="0"/>
                </a:lnTo>
                <a:close/>
              </a:path>
            </a:pathLst>
          </a:custGeom>
          <a:blipFill rotWithShape="1">
            <a:blip r:embed="rId3">
              <a:alphaModFix/>
            </a:blip>
            <a:stretch>
              <a:fillRect b="0" l="0" r="0" t="0"/>
            </a:stretch>
          </a:blipFill>
          <a:ln>
            <a:noFill/>
          </a:ln>
        </p:spPr>
      </p:sp>
      <p:sp>
        <p:nvSpPr>
          <p:cNvPr id="222" name="Google Shape;222;p11"/>
          <p:cNvSpPr/>
          <p:nvPr/>
        </p:nvSpPr>
        <p:spPr>
          <a:xfrm>
            <a:off x="11006995" y="-441507"/>
            <a:ext cx="2521250" cy="4114800"/>
          </a:xfrm>
          <a:custGeom>
            <a:rect b="b" l="l" r="r" t="t"/>
            <a:pathLst>
              <a:path extrusionOk="0" h="4114800" w="2521250">
                <a:moveTo>
                  <a:pt x="0" y="0"/>
                </a:moveTo>
                <a:lnTo>
                  <a:pt x="2521250" y="0"/>
                </a:lnTo>
                <a:lnTo>
                  <a:pt x="2521250" y="4114800"/>
                </a:lnTo>
                <a:lnTo>
                  <a:pt x="0" y="4114800"/>
                </a:lnTo>
                <a:lnTo>
                  <a:pt x="0" y="0"/>
                </a:lnTo>
                <a:close/>
              </a:path>
            </a:pathLst>
          </a:custGeom>
          <a:blipFill rotWithShape="1">
            <a:blip r:embed="rId4">
              <a:alphaModFix/>
            </a:blip>
            <a:stretch>
              <a:fillRect b="0" l="0" r="0" t="0"/>
            </a:stretch>
          </a:blipFill>
          <a:ln>
            <a:noFill/>
          </a:ln>
        </p:spPr>
      </p:sp>
      <p:sp>
        <p:nvSpPr>
          <p:cNvPr id="223" name="Google Shape;223;p11"/>
          <p:cNvSpPr/>
          <p:nvPr/>
        </p:nvSpPr>
        <p:spPr>
          <a:xfrm>
            <a:off x="14226752" y="6370530"/>
            <a:ext cx="2603546" cy="4114800"/>
          </a:xfrm>
          <a:custGeom>
            <a:rect b="b" l="l" r="r" t="t"/>
            <a:pathLst>
              <a:path extrusionOk="0" h="4114800" w="2603546">
                <a:moveTo>
                  <a:pt x="0" y="0"/>
                </a:moveTo>
                <a:lnTo>
                  <a:pt x="2603546" y="0"/>
                </a:lnTo>
                <a:lnTo>
                  <a:pt x="2603546" y="4114800"/>
                </a:lnTo>
                <a:lnTo>
                  <a:pt x="0" y="4114800"/>
                </a:lnTo>
                <a:lnTo>
                  <a:pt x="0" y="0"/>
                </a:lnTo>
                <a:close/>
              </a:path>
            </a:pathLst>
          </a:custGeom>
          <a:blipFill rotWithShape="1">
            <a:blip r:embed="rId5">
              <a:alphaModFix/>
            </a:blip>
            <a:stretch>
              <a:fillRect b="0" l="0" r="0" t="0"/>
            </a:stretch>
          </a:blipFill>
          <a:ln>
            <a:noFill/>
          </a:ln>
        </p:spPr>
      </p:sp>
      <p:sp>
        <p:nvSpPr>
          <p:cNvPr id="224" name="Google Shape;224;p11"/>
          <p:cNvSpPr/>
          <p:nvPr/>
        </p:nvSpPr>
        <p:spPr>
          <a:xfrm>
            <a:off x="-1194182" y="7518745"/>
            <a:ext cx="3523765" cy="4114800"/>
          </a:xfrm>
          <a:custGeom>
            <a:rect b="b" l="l" r="r" t="t"/>
            <a:pathLst>
              <a:path extrusionOk="0" h="4114800" w="3523765">
                <a:moveTo>
                  <a:pt x="0" y="0"/>
                </a:moveTo>
                <a:lnTo>
                  <a:pt x="3523765" y="0"/>
                </a:lnTo>
                <a:lnTo>
                  <a:pt x="3523765" y="4114800"/>
                </a:lnTo>
                <a:lnTo>
                  <a:pt x="0" y="4114800"/>
                </a:lnTo>
                <a:lnTo>
                  <a:pt x="0" y="0"/>
                </a:lnTo>
                <a:close/>
              </a:path>
            </a:pathLst>
          </a:custGeom>
          <a:blipFill rotWithShape="1">
            <a:blip r:embed="rId6">
              <a:alphaModFix/>
            </a:blip>
            <a:stretch>
              <a:fillRect b="0" l="0" r="0" t="0"/>
            </a:stretch>
          </a:blipFill>
          <a:ln>
            <a:noFill/>
          </a:ln>
        </p:spPr>
      </p:sp>
      <p:sp>
        <p:nvSpPr>
          <p:cNvPr id="225" name="Google Shape;225;p11"/>
          <p:cNvSpPr/>
          <p:nvPr/>
        </p:nvSpPr>
        <p:spPr>
          <a:xfrm>
            <a:off x="12781164" y="0"/>
            <a:ext cx="7652498" cy="5018763"/>
          </a:xfrm>
          <a:custGeom>
            <a:rect b="b" l="l" r="r" t="t"/>
            <a:pathLst>
              <a:path extrusionOk="0" h="5018763" w="7652498">
                <a:moveTo>
                  <a:pt x="0" y="0"/>
                </a:moveTo>
                <a:lnTo>
                  <a:pt x="7652498" y="0"/>
                </a:lnTo>
                <a:lnTo>
                  <a:pt x="7652498" y="5018763"/>
                </a:lnTo>
                <a:lnTo>
                  <a:pt x="0" y="5018763"/>
                </a:lnTo>
                <a:lnTo>
                  <a:pt x="0" y="0"/>
                </a:lnTo>
                <a:close/>
              </a:path>
            </a:pathLst>
          </a:custGeom>
          <a:blipFill rotWithShape="1">
            <a:blip r:embed="rId7">
              <a:alphaModFix amt="19999"/>
            </a:blip>
            <a:stretch>
              <a:fillRect b="0" l="0" r="0" t="0"/>
            </a:stretch>
          </a:blipFill>
          <a:ln>
            <a:noFill/>
          </a:ln>
        </p:spPr>
      </p:sp>
      <p:sp>
        <p:nvSpPr>
          <p:cNvPr id="226" name="Google Shape;226;p11"/>
          <p:cNvSpPr txBox="1"/>
          <p:nvPr/>
        </p:nvSpPr>
        <p:spPr>
          <a:xfrm>
            <a:off x="2732766" y="846382"/>
            <a:ext cx="5814917" cy="1045210"/>
          </a:xfrm>
          <a:prstGeom prst="rect">
            <a:avLst/>
          </a:prstGeom>
          <a:noFill/>
          <a:ln>
            <a:noFill/>
          </a:ln>
        </p:spPr>
        <p:txBody>
          <a:bodyPr anchorCtr="0" anchor="t" bIns="0" lIns="0" spcFirstLastPara="1" rIns="0" wrap="square" tIns="0">
            <a:spAutoFit/>
          </a:bodyPr>
          <a:lstStyle/>
          <a:p>
            <a:pPr indent="0" lvl="0" marL="0" marR="0" rtl="0" algn="l">
              <a:lnSpc>
                <a:spcPct val="116002"/>
              </a:lnSpc>
              <a:spcBef>
                <a:spcPts val="0"/>
              </a:spcBef>
              <a:spcAft>
                <a:spcPts val="0"/>
              </a:spcAft>
              <a:buNone/>
            </a:pPr>
            <a:r>
              <a:rPr b="0" i="0" lang="en-US" sz="6999" u="none" cap="none" strike="noStrike">
                <a:solidFill>
                  <a:srgbClr val="6F1D1B"/>
                </a:solidFill>
                <a:latin typeface="Lemon"/>
                <a:ea typeface="Lemon"/>
                <a:cs typeface="Lemon"/>
                <a:sym typeface="Lemon"/>
              </a:rPr>
              <a:t>List Hardware</a:t>
            </a:r>
            <a:endParaRPr/>
          </a:p>
        </p:txBody>
      </p:sp>
      <p:sp>
        <p:nvSpPr>
          <p:cNvPr id="227" name="Google Shape;227;p11"/>
          <p:cNvSpPr txBox="1"/>
          <p:nvPr/>
        </p:nvSpPr>
        <p:spPr>
          <a:xfrm>
            <a:off x="2826002" y="2657704"/>
            <a:ext cx="10883512" cy="7034389"/>
          </a:xfrm>
          <a:prstGeom prst="rect">
            <a:avLst/>
          </a:prstGeom>
          <a:noFill/>
          <a:ln>
            <a:noFill/>
          </a:ln>
        </p:spPr>
        <p:txBody>
          <a:bodyPr anchorCtr="0" anchor="t" bIns="0" lIns="0" spcFirstLastPara="1" rIns="0" wrap="square" tIns="0">
            <a:spAutoFit/>
          </a:bodyPr>
          <a:lstStyle/>
          <a:p>
            <a:pPr indent="-293113" lvl="1" marL="586227" marR="0" rtl="0" algn="l">
              <a:lnSpc>
                <a:spcPct val="160000"/>
              </a:lnSpc>
              <a:spcBef>
                <a:spcPts val="0"/>
              </a:spcBef>
              <a:spcAft>
                <a:spcPts val="0"/>
              </a:spcAft>
              <a:buClr>
                <a:srgbClr val="6F1D1B"/>
              </a:buClr>
              <a:buSzPts val="2715"/>
              <a:buFont typeface="Arial"/>
              <a:buChar char="•"/>
            </a:pPr>
            <a:r>
              <a:rPr b="1" i="0" lang="en-US" sz="2715" u="none" cap="none" strike="noStrike">
                <a:solidFill>
                  <a:srgbClr val="6F1D1B"/>
                </a:solidFill>
                <a:latin typeface="Fira Code"/>
                <a:ea typeface="Fira Code"/>
                <a:cs typeface="Fira Code"/>
                <a:sym typeface="Fira Code"/>
              </a:rPr>
              <a:t>Laptop Acer Aspire 5 (Windows)</a:t>
            </a:r>
            <a:endParaRPr/>
          </a:p>
          <a:p>
            <a:pPr indent="0" lvl="0" marL="0" marR="0" rtl="0" algn="l">
              <a:lnSpc>
                <a:spcPct val="160000"/>
              </a:lnSpc>
              <a:spcBef>
                <a:spcPts val="0"/>
              </a:spcBef>
              <a:spcAft>
                <a:spcPts val="0"/>
              </a:spcAft>
              <a:buNone/>
            </a:pPr>
            <a:r>
              <a:rPr b="1" i="0" lang="en-US" sz="2715" u="none" cap="none" strike="noStrike">
                <a:solidFill>
                  <a:srgbClr val="6F1D1B"/>
                </a:solidFill>
                <a:latin typeface="Fira Code"/>
                <a:ea typeface="Fira Code"/>
                <a:cs typeface="Fira Code"/>
                <a:sym typeface="Fira Code"/>
              </a:rPr>
              <a:t>   Ram 12 GB</a:t>
            </a:r>
            <a:endParaRPr/>
          </a:p>
          <a:p>
            <a:pPr indent="0" lvl="0" marL="0" marR="0" rtl="0" algn="l">
              <a:lnSpc>
                <a:spcPct val="160000"/>
              </a:lnSpc>
              <a:spcBef>
                <a:spcPts val="0"/>
              </a:spcBef>
              <a:spcAft>
                <a:spcPts val="0"/>
              </a:spcAft>
              <a:buNone/>
            </a:pPr>
            <a:r>
              <a:rPr b="1" i="0" lang="en-US" sz="2715" u="none" cap="none" strike="noStrike">
                <a:solidFill>
                  <a:srgbClr val="6F1D1B"/>
                </a:solidFill>
                <a:latin typeface="Fira Code"/>
                <a:ea typeface="Fira Code"/>
                <a:cs typeface="Fira Code"/>
                <a:sym typeface="Fira Code"/>
              </a:rPr>
              <a:t>   Intel Core i5 Gen 10</a:t>
            </a:r>
            <a:endParaRPr/>
          </a:p>
          <a:p>
            <a:pPr indent="0" lvl="0" marL="0" marR="0" rtl="0" algn="l">
              <a:lnSpc>
                <a:spcPct val="160000"/>
              </a:lnSpc>
              <a:spcBef>
                <a:spcPts val="0"/>
              </a:spcBef>
              <a:spcAft>
                <a:spcPts val="0"/>
              </a:spcAft>
              <a:buNone/>
            </a:pPr>
            <a:r>
              <a:rPr b="1" i="0" lang="en-US" sz="2715" u="none" cap="none" strike="noStrike">
                <a:solidFill>
                  <a:srgbClr val="6F1D1B"/>
                </a:solidFill>
                <a:latin typeface="Fira Code"/>
                <a:ea typeface="Fira Code"/>
                <a:cs typeface="Fira Code"/>
                <a:sym typeface="Fira Code"/>
              </a:rPr>
              <a:t>   Nvidia MX250</a:t>
            </a:r>
            <a:endParaRPr/>
          </a:p>
          <a:p>
            <a:pPr indent="-293113" lvl="1" marL="586227" marR="0" rtl="0" algn="l">
              <a:lnSpc>
                <a:spcPct val="160000"/>
              </a:lnSpc>
              <a:spcBef>
                <a:spcPts val="0"/>
              </a:spcBef>
              <a:spcAft>
                <a:spcPts val="0"/>
              </a:spcAft>
              <a:buClr>
                <a:srgbClr val="6F1D1B"/>
              </a:buClr>
              <a:buSzPts val="2715"/>
              <a:buFont typeface="Arial"/>
              <a:buChar char="•"/>
            </a:pPr>
            <a:r>
              <a:rPr b="1" i="0" lang="en-US" sz="2715" u="none" cap="none" strike="noStrike">
                <a:solidFill>
                  <a:srgbClr val="6F1D1B"/>
                </a:solidFill>
                <a:latin typeface="Fira Code"/>
                <a:ea typeface="Fira Code"/>
                <a:cs typeface="Fira Code"/>
                <a:sym typeface="Fira Code"/>
              </a:rPr>
              <a:t>Air M1</a:t>
            </a:r>
            <a:endParaRPr/>
          </a:p>
          <a:p>
            <a:pPr indent="-293113" lvl="1" marL="586227" marR="0" rtl="0" algn="l">
              <a:lnSpc>
                <a:spcPct val="160000"/>
              </a:lnSpc>
              <a:spcBef>
                <a:spcPts val="0"/>
              </a:spcBef>
              <a:spcAft>
                <a:spcPts val="0"/>
              </a:spcAft>
              <a:buClr>
                <a:srgbClr val="6F1D1B"/>
              </a:buClr>
              <a:buSzPts val="2715"/>
              <a:buFont typeface="Arial"/>
              <a:buChar char="•"/>
            </a:pPr>
            <a:r>
              <a:rPr b="1" i="0" lang="en-US" sz="2715" u="none" cap="none" strike="noStrike">
                <a:solidFill>
                  <a:srgbClr val="6F1D1B"/>
                </a:solidFill>
                <a:latin typeface="Fira Code"/>
                <a:ea typeface="Fira Code"/>
                <a:cs typeface="Fira Code"/>
                <a:sym typeface="Fira Code"/>
              </a:rPr>
              <a:t>ThinkPad T440P       (Windows)</a:t>
            </a:r>
            <a:endParaRPr/>
          </a:p>
          <a:p>
            <a:pPr indent="-293113" lvl="1" marL="586227" marR="0" rtl="0" algn="l">
              <a:lnSpc>
                <a:spcPct val="160000"/>
              </a:lnSpc>
              <a:spcBef>
                <a:spcPts val="0"/>
              </a:spcBef>
              <a:spcAft>
                <a:spcPts val="0"/>
              </a:spcAft>
              <a:buClr>
                <a:srgbClr val="6F1D1B"/>
              </a:buClr>
              <a:buSzPts val="2715"/>
              <a:buFont typeface="Arial"/>
              <a:buChar char="•"/>
            </a:pPr>
            <a:r>
              <a:rPr b="1" i="0" lang="en-US" sz="2715" u="none" cap="none" strike="noStrike">
                <a:solidFill>
                  <a:srgbClr val="6F1D1B"/>
                </a:solidFill>
                <a:latin typeface="Fira Code"/>
                <a:ea typeface="Fira Code"/>
                <a:cs typeface="Fira Code"/>
                <a:sym typeface="Fira Code"/>
              </a:rPr>
              <a:t>ThinkPad X230        (Windows)</a:t>
            </a:r>
            <a:endParaRPr/>
          </a:p>
          <a:p>
            <a:pPr indent="-293113" lvl="1" marL="586227" marR="0" rtl="0" algn="l">
              <a:lnSpc>
                <a:spcPct val="160000"/>
              </a:lnSpc>
              <a:spcBef>
                <a:spcPts val="0"/>
              </a:spcBef>
              <a:spcAft>
                <a:spcPts val="0"/>
              </a:spcAft>
              <a:buClr>
                <a:srgbClr val="6F1D1B"/>
              </a:buClr>
              <a:buSzPts val="2715"/>
              <a:buFont typeface="Arial"/>
              <a:buChar char="•"/>
            </a:pPr>
            <a:r>
              <a:rPr b="1" i="0" lang="en-US" sz="2715" u="none" cap="none" strike="noStrike">
                <a:solidFill>
                  <a:srgbClr val="6F1D1B"/>
                </a:solidFill>
                <a:latin typeface="Fira Code"/>
                <a:ea typeface="Fira Code"/>
                <a:cs typeface="Fira Code"/>
                <a:sym typeface="Fira Code"/>
              </a:rPr>
              <a:t>HP ThinClient T620   (Linux)</a:t>
            </a:r>
            <a:endParaRPr/>
          </a:p>
          <a:p>
            <a:pPr indent="-390818" lvl="2" marL="1172454" marR="0" rtl="0" algn="l">
              <a:lnSpc>
                <a:spcPct val="160000"/>
              </a:lnSpc>
              <a:spcBef>
                <a:spcPts val="0"/>
              </a:spcBef>
              <a:spcAft>
                <a:spcPts val="0"/>
              </a:spcAft>
              <a:buClr>
                <a:srgbClr val="6F1D1B"/>
              </a:buClr>
              <a:buSzPts val="2715"/>
              <a:buFont typeface="Arial"/>
              <a:buChar char="⚬"/>
            </a:pPr>
            <a:r>
              <a:rPr b="1" i="0" lang="en-US" sz="2715" u="none" cap="none" strike="noStrike">
                <a:solidFill>
                  <a:srgbClr val="6F1D1B"/>
                </a:solidFill>
                <a:latin typeface="Fira Code"/>
                <a:ea typeface="Fira Code"/>
                <a:cs typeface="Fira Code"/>
                <a:sym typeface="Fira Code"/>
              </a:rPr>
              <a:t>RAM : 12Gb</a:t>
            </a:r>
            <a:endParaRPr/>
          </a:p>
          <a:p>
            <a:pPr indent="-390818" lvl="2" marL="1172454" marR="0" rtl="0" algn="l">
              <a:lnSpc>
                <a:spcPct val="160000"/>
              </a:lnSpc>
              <a:spcBef>
                <a:spcPts val="0"/>
              </a:spcBef>
              <a:spcAft>
                <a:spcPts val="0"/>
              </a:spcAft>
              <a:buClr>
                <a:srgbClr val="6F1D1B"/>
              </a:buClr>
              <a:buSzPts val="2715"/>
              <a:buFont typeface="Arial"/>
              <a:buChar char="⚬"/>
            </a:pPr>
            <a:r>
              <a:rPr b="1" i="0" lang="en-US" sz="2715" u="none" cap="none" strike="noStrike">
                <a:solidFill>
                  <a:srgbClr val="6F1D1B"/>
                </a:solidFill>
                <a:latin typeface="Fira Code"/>
                <a:ea typeface="Fira Code"/>
                <a:cs typeface="Fira Code"/>
                <a:sym typeface="Fira Code"/>
              </a:rPr>
              <a:t>CPU : 2Core</a:t>
            </a:r>
            <a:endParaRPr/>
          </a:p>
          <a:p>
            <a:pPr indent="-390818" lvl="2" marL="1172454" marR="0" rtl="0" algn="l">
              <a:lnSpc>
                <a:spcPct val="160000"/>
              </a:lnSpc>
              <a:spcBef>
                <a:spcPts val="0"/>
              </a:spcBef>
              <a:spcAft>
                <a:spcPts val="0"/>
              </a:spcAft>
              <a:buClr>
                <a:srgbClr val="6F1D1B"/>
              </a:buClr>
              <a:buSzPts val="2715"/>
              <a:buFont typeface="Arial"/>
              <a:buChar char="⚬"/>
            </a:pPr>
            <a:r>
              <a:rPr b="1" i="0" lang="en-US" sz="2715" u="none" cap="none" strike="noStrike">
                <a:solidFill>
                  <a:srgbClr val="6F1D1B"/>
                </a:solidFill>
                <a:latin typeface="Fira Code"/>
                <a:ea typeface="Fira Code"/>
                <a:cs typeface="Fira Code"/>
                <a:sym typeface="Fira Code"/>
              </a:rPr>
              <a:t>DISK: 128Gb SSD</a:t>
            </a:r>
            <a:endParaRPr/>
          </a:p>
          <a:p>
            <a:pPr indent="-293113" lvl="1" marL="586227" marR="0" rtl="0" algn="l">
              <a:lnSpc>
                <a:spcPct val="160000"/>
              </a:lnSpc>
              <a:spcBef>
                <a:spcPts val="0"/>
              </a:spcBef>
              <a:spcAft>
                <a:spcPts val="0"/>
              </a:spcAft>
              <a:buClr>
                <a:srgbClr val="6F1D1B"/>
              </a:buClr>
              <a:buSzPts val="2715"/>
              <a:buFont typeface="Arial"/>
              <a:buChar char="•"/>
            </a:pPr>
            <a:r>
              <a:rPr b="1" i="0" lang="en-US" sz="2715" u="none" cap="none" strike="noStrike">
                <a:solidFill>
                  <a:srgbClr val="6F1D1B"/>
                </a:solidFill>
                <a:latin typeface="Fira Code"/>
                <a:ea typeface="Fira Code"/>
                <a:cs typeface="Fira Code"/>
                <a:sym typeface="Fira Code"/>
              </a:rPr>
              <a:t>Gimbal Stabilizer Brica B-Steady Pro 2023</a:t>
            </a:r>
            <a:endParaRPr/>
          </a:p>
          <a:p>
            <a:pPr indent="-293113" lvl="1" marL="586227" marR="0" rtl="0" algn="l">
              <a:lnSpc>
                <a:spcPct val="160000"/>
              </a:lnSpc>
              <a:spcBef>
                <a:spcPts val="0"/>
              </a:spcBef>
              <a:spcAft>
                <a:spcPts val="0"/>
              </a:spcAft>
              <a:buClr>
                <a:srgbClr val="6F1D1B"/>
              </a:buClr>
              <a:buSzPts val="2715"/>
              <a:buFont typeface="Arial"/>
              <a:buChar char="•"/>
            </a:pPr>
            <a:r>
              <a:rPr b="1" i="0" lang="en-US" sz="2715" u="none" cap="none" strike="noStrike">
                <a:solidFill>
                  <a:srgbClr val="6F1D1B"/>
                </a:solidFill>
                <a:latin typeface="Fira Code"/>
                <a:ea typeface="Fira Code"/>
                <a:cs typeface="Fira Code"/>
                <a:sym typeface="Fira Code"/>
              </a:rPr>
              <a:t>Poco X3 Pro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F5856"/>
        </a:solidFill>
      </p:bgPr>
    </p:bg>
    <p:spTree>
      <p:nvGrpSpPr>
        <p:cNvPr id="231" name="Shape 231"/>
        <p:cNvGrpSpPr/>
        <p:nvPr/>
      </p:nvGrpSpPr>
      <p:grpSpPr>
        <a:xfrm>
          <a:off x="0" y="0"/>
          <a:ext cx="0" cy="0"/>
          <a:chOff x="0" y="0"/>
          <a:chExt cx="0" cy="0"/>
        </a:xfrm>
      </p:grpSpPr>
      <p:sp>
        <p:nvSpPr>
          <p:cNvPr id="232" name="Google Shape;232;p12"/>
          <p:cNvSpPr/>
          <p:nvPr/>
        </p:nvSpPr>
        <p:spPr>
          <a:xfrm>
            <a:off x="4192719" y="3557982"/>
            <a:ext cx="3421709" cy="3421709"/>
          </a:xfrm>
          <a:custGeom>
            <a:rect b="b" l="l" r="r" t="t"/>
            <a:pathLst>
              <a:path extrusionOk="0" h="3421709" w="3421709">
                <a:moveTo>
                  <a:pt x="0" y="0"/>
                </a:moveTo>
                <a:lnTo>
                  <a:pt x="3421709" y="0"/>
                </a:lnTo>
                <a:lnTo>
                  <a:pt x="3421709" y="3421709"/>
                </a:lnTo>
                <a:lnTo>
                  <a:pt x="0" y="3421709"/>
                </a:lnTo>
                <a:lnTo>
                  <a:pt x="0" y="0"/>
                </a:lnTo>
                <a:close/>
              </a:path>
            </a:pathLst>
          </a:custGeom>
          <a:blipFill rotWithShape="1">
            <a:blip r:embed="rId3">
              <a:alphaModFix/>
            </a:blip>
            <a:stretch>
              <a:fillRect b="0" l="0" r="0" t="0"/>
            </a:stretch>
          </a:blipFill>
          <a:ln>
            <a:noFill/>
          </a:ln>
        </p:spPr>
      </p:sp>
      <p:sp>
        <p:nvSpPr>
          <p:cNvPr id="233" name="Google Shape;233;p12"/>
          <p:cNvSpPr/>
          <p:nvPr/>
        </p:nvSpPr>
        <p:spPr>
          <a:xfrm>
            <a:off x="3375130" y="2932351"/>
            <a:ext cx="3111844" cy="4588510"/>
          </a:xfrm>
          <a:custGeom>
            <a:rect b="b" l="l" r="r" t="t"/>
            <a:pathLst>
              <a:path extrusionOk="0" h="4588510" w="3111844">
                <a:moveTo>
                  <a:pt x="0" y="0"/>
                </a:moveTo>
                <a:lnTo>
                  <a:pt x="3111844" y="0"/>
                </a:lnTo>
                <a:lnTo>
                  <a:pt x="3111844" y="4588510"/>
                </a:lnTo>
                <a:lnTo>
                  <a:pt x="0" y="4588510"/>
                </a:lnTo>
                <a:lnTo>
                  <a:pt x="0" y="0"/>
                </a:lnTo>
                <a:close/>
              </a:path>
            </a:pathLst>
          </a:custGeom>
          <a:blipFill rotWithShape="1">
            <a:blip r:embed="rId4">
              <a:alphaModFix/>
            </a:blip>
            <a:stretch>
              <a:fillRect b="0" l="0" r="0" t="0"/>
            </a:stretch>
          </a:blipFill>
          <a:ln>
            <a:noFill/>
          </a:ln>
        </p:spPr>
      </p:sp>
      <p:sp>
        <p:nvSpPr>
          <p:cNvPr id="234" name="Google Shape;234;p12"/>
          <p:cNvSpPr/>
          <p:nvPr/>
        </p:nvSpPr>
        <p:spPr>
          <a:xfrm>
            <a:off x="2425147" y="6086918"/>
            <a:ext cx="1767572" cy="1433943"/>
          </a:xfrm>
          <a:custGeom>
            <a:rect b="b" l="l" r="r" t="t"/>
            <a:pathLst>
              <a:path extrusionOk="0" h="1433943" w="1767572">
                <a:moveTo>
                  <a:pt x="0" y="0"/>
                </a:moveTo>
                <a:lnTo>
                  <a:pt x="1767572" y="0"/>
                </a:lnTo>
                <a:lnTo>
                  <a:pt x="1767572" y="1433943"/>
                </a:lnTo>
                <a:lnTo>
                  <a:pt x="0" y="1433943"/>
                </a:lnTo>
                <a:lnTo>
                  <a:pt x="0" y="0"/>
                </a:lnTo>
                <a:close/>
              </a:path>
            </a:pathLst>
          </a:custGeom>
          <a:blipFill rotWithShape="1">
            <a:blip r:embed="rId5">
              <a:alphaModFix/>
            </a:blip>
            <a:stretch>
              <a:fillRect b="0" l="0" r="0" t="0"/>
            </a:stretch>
          </a:blipFill>
          <a:ln>
            <a:noFill/>
          </a:ln>
        </p:spPr>
      </p:sp>
      <p:sp>
        <p:nvSpPr>
          <p:cNvPr id="235" name="Google Shape;235;p12"/>
          <p:cNvSpPr/>
          <p:nvPr/>
        </p:nvSpPr>
        <p:spPr>
          <a:xfrm>
            <a:off x="-4294045" y="-789671"/>
            <a:ext cx="6930189" cy="4114800"/>
          </a:xfrm>
          <a:custGeom>
            <a:rect b="b" l="l" r="r" t="t"/>
            <a:pathLst>
              <a:path extrusionOk="0" h="4114800" w="6930189">
                <a:moveTo>
                  <a:pt x="0" y="0"/>
                </a:moveTo>
                <a:lnTo>
                  <a:pt x="6930189" y="0"/>
                </a:lnTo>
                <a:lnTo>
                  <a:pt x="6930189" y="4114800"/>
                </a:lnTo>
                <a:lnTo>
                  <a:pt x="0" y="4114800"/>
                </a:lnTo>
                <a:lnTo>
                  <a:pt x="0" y="0"/>
                </a:lnTo>
                <a:close/>
              </a:path>
            </a:pathLst>
          </a:custGeom>
          <a:blipFill rotWithShape="1">
            <a:blip r:embed="rId6">
              <a:alphaModFix amt="40000"/>
            </a:blip>
            <a:stretch>
              <a:fillRect b="0" l="0" r="0" t="0"/>
            </a:stretch>
          </a:blipFill>
          <a:ln>
            <a:noFill/>
          </a:ln>
        </p:spPr>
      </p:sp>
      <p:sp>
        <p:nvSpPr>
          <p:cNvPr id="236" name="Google Shape;236;p12"/>
          <p:cNvSpPr/>
          <p:nvPr/>
        </p:nvSpPr>
        <p:spPr>
          <a:xfrm>
            <a:off x="16008052" y="7520861"/>
            <a:ext cx="4125113" cy="4114800"/>
          </a:xfrm>
          <a:custGeom>
            <a:rect b="b" l="l" r="r" t="t"/>
            <a:pathLst>
              <a:path extrusionOk="0" h="4114800" w="4125113">
                <a:moveTo>
                  <a:pt x="0" y="0"/>
                </a:moveTo>
                <a:lnTo>
                  <a:pt x="4125112" y="0"/>
                </a:lnTo>
                <a:lnTo>
                  <a:pt x="4125112" y="4114800"/>
                </a:lnTo>
                <a:lnTo>
                  <a:pt x="0" y="4114800"/>
                </a:lnTo>
                <a:lnTo>
                  <a:pt x="0" y="0"/>
                </a:lnTo>
                <a:close/>
              </a:path>
            </a:pathLst>
          </a:custGeom>
          <a:blipFill rotWithShape="1">
            <a:blip r:embed="rId7">
              <a:alphaModFix amt="40000"/>
            </a:blip>
            <a:stretch>
              <a:fillRect b="0" l="0" r="0" t="0"/>
            </a:stretch>
          </a:blipFill>
          <a:ln>
            <a:noFill/>
          </a:ln>
        </p:spPr>
      </p:sp>
      <p:sp>
        <p:nvSpPr>
          <p:cNvPr id="237" name="Google Shape;237;p12"/>
          <p:cNvSpPr txBox="1"/>
          <p:nvPr/>
        </p:nvSpPr>
        <p:spPr>
          <a:xfrm>
            <a:off x="3811705" y="2289444"/>
            <a:ext cx="15439696" cy="1183639"/>
          </a:xfrm>
          <a:prstGeom prst="rect">
            <a:avLst/>
          </a:prstGeom>
          <a:noFill/>
          <a:ln>
            <a:noFill/>
          </a:ln>
        </p:spPr>
        <p:txBody>
          <a:bodyPr anchorCtr="0" anchor="t" bIns="0" lIns="0" spcFirstLastPara="1" rIns="0" wrap="square" tIns="0">
            <a:spAutoFit/>
          </a:bodyPr>
          <a:lstStyle/>
          <a:p>
            <a:pPr indent="0" lvl="0" marL="0" marR="0" rtl="0" algn="ctr">
              <a:lnSpc>
                <a:spcPct val="116002"/>
              </a:lnSpc>
              <a:spcBef>
                <a:spcPts val="0"/>
              </a:spcBef>
              <a:spcAft>
                <a:spcPts val="0"/>
              </a:spcAft>
              <a:buNone/>
            </a:pPr>
            <a:r>
              <a:rPr b="0" i="0" lang="en-US" sz="7999" u="none" cap="none" strike="noStrike">
                <a:solidFill>
                  <a:srgbClr val="FFF4E7"/>
                </a:solidFill>
                <a:latin typeface="Lemon"/>
                <a:ea typeface="Lemon"/>
                <a:cs typeface="Lemon"/>
                <a:sym typeface="Lemon"/>
              </a:rPr>
              <a:t>List Software</a:t>
            </a:r>
            <a:endParaRPr/>
          </a:p>
        </p:txBody>
      </p:sp>
      <p:sp>
        <p:nvSpPr>
          <p:cNvPr id="238" name="Google Shape;238;p12"/>
          <p:cNvSpPr txBox="1"/>
          <p:nvPr/>
        </p:nvSpPr>
        <p:spPr>
          <a:xfrm>
            <a:off x="8266951" y="4308071"/>
            <a:ext cx="11866214" cy="2236255"/>
          </a:xfrm>
          <a:prstGeom prst="rect">
            <a:avLst/>
          </a:prstGeom>
          <a:noFill/>
          <a:ln>
            <a:noFill/>
          </a:ln>
        </p:spPr>
        <p:txBody>
          <a:bodyPr anchorCtr="0" anchor="t" bIns="0" lIns="0" spcFirstLastPara="1" rIns="0" wrap="square" tIns="0">
            <a:spAutoFit/>
          </a:bodyPr>
          <a:lstStyle/>
          <a:p>
            <a:pPr indent="-409318" lvl="1" marL="818636" marR="0" rtl="0" algn="l">
              <a:lnSpc>
                <a:spcPct val="160010"/>
              </a:lnSpc>
              <a:spcBef>
                <a:spcPts val="0"/>
              </a:spcBef>
              <a:spcAft>
                <a:spcPts val="0"/>
              </a:spcAft>
              <a:buClr>
                <a:srgbClr val="FFFFFF"/>
              </a:buClr>
              <a:buSzPts val="3791"/>
              <a:buFont typeface="Arial"/>
              <a:buChar char="•"/>
            </a:pPr>
            <a:r>
              <a:rPr b="1" i="0" lang="en-US" sz="3791" u="none" cap="none" strike="noStrike">
                <a:solidFill>
                  <a:srgbClr val="FFFFFF"/>
                </a:solidFill>
                <a:latin typeface="Fira Code"/>
                <a:ea typeface="Fira Code"/>
                <a:cs typeface="Fira Code"/>
                <a:sym typeface="Fira Code"/>
              </a:rPr>
              <a:t>CMS WordPress v6.3.2</a:t>
            </a:r>
            <a:endParaRPr/>
          </a:p>
          <a:p>
            <a:pPr indent="-409318" lvl="1" marL="818636" marR="0" rtl="0" algn="l">
              <a:lnSpc>
                <a:spcPct val="160010"/>
              </a:lnSpc>
              <a:spcBef>
                <a:spcPts val="0"/>
              </a:spcBef>
              <a:spcAft>
                <a:spcPts val="0"/>
              </a:spcAft>
              <a:buClr>
                <a:srgbClr val="FFFFFF"/>
              </a:buClr>
              <a:buSzPts val="3791"/>
              <a:buFont typeface="Arial"/>
              <a:buChar char="•"/>
            </a:pPr>
            <a:r>
              <a:rPr b="1" i="0" lang="en-US" sz="3791" u="none" cap="none" strike="noStrike">
                <a:solidFill>
                  <a:srgbClr val="FFFFFF"/>
                </a:solidFill>
                <a:latin typeface="Fira Code"/>
                <a:ea typeface="Fira Code"/>
                <a:cs typeface="Fira Code"/>
                <a:sym typeface="Fira Code"/>
              </a:rPr>
              <a:t>Canva</a:t>
            </a:r>
            <a:endParaRPr/>
          </a:p>
          <a:p>
            <a:pPr indent="-409318" lvl="1" marL="818636" marR="0" rtl="0" algn="l">
              <a:lnSpc>
                <a:spcPct val="160010"/>
              </a:lnSpc>
              <a:spcBef>
                <a:spcPts val="0"/>
              </a:spcBef>
              <a:spcAft>
                <a:spcPts val="0"/>
              </a:spcAft>
              <a:buClr>
                <a:srgbClr val="FFFFFF"/>
              </a:buClr>
              <a:buSzPts val="3791"/>
              <a:buFont typeface="Arial"/>
              <a:buChar char="•"/>
            </a:pPr>
            <a:r>
              <a:rPr b="1" i="0" lang="en-US" sz="3791" u="none" cap="none" strike="noStrike">
                <a:solidFill>
                  <a:srgbClr val="FFFFFF"/>
                </a:solidFill>
                <a:latin typeface="Fira Code"/>
                <a:ea typeface="Fira Code"/>
                <a:cs typeface="Fira Code"/>
                <a:sym typeface="Fira Code"/>
              </a:rPr>
              <a:t>Figma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F5856"/>
        </a:solidFill>
      </p:bgPr>
    </p:bg>
    <p:spTree>
      <p:nvGrpSpPr>
        <p:cNvPr id="242" name="Shape 242"/>
        <p:cNvGrpSpPr/>
        <p:nvPr/>
      </p:nvGrpSpPr>
      <p:grpSpPr>
        <a:xfrm>
          <a:off x="0" y="0"/>
          <a:ext cx="0" cy="0"/>
          <a:chOff x="0" y="0"/>
          <a:chExt cx="0" cy="0"/>
        </a:xfrm>
      </p:grpSpPr>
      <p:sp>
        <p:nvSpPr>
          <p:cNvPr id="243" name="Google Shape;243;p13"/>
          <p:cNvSpPr/>
          <p:nvPr/>
        </p:nvSpPr>
        <p:spPr>
          <a:xfrm flipH="1">
            <a:off x="1576257" y="606108"/>
            <a:ext cx="2726067" cy="3142440"/>
          </a:xfrm>
          <a:custGeom>
            <a:rect b="b" l="l" r="r" t="t"/>
            <a:pathLst>
              <a:path extrusionOk="0" h="3142440" w="2726067">
                <a:moveTo>
                  <a:pt x="2726067" y="0"/>
                </a:moveTo>
                <a:lnTo>
                  <a:pt x="0" y="0"/>
                </a:lnTo>
                <a:lnTo>
                  <a:pt x="0" y="3142440"/>
                </a:lnTo>
                <a:lnTo>
                  <a:pt x="2726067" y="3142440"/>
                </a:lnTo>
                <a:lnTo>
                  <a:pt x="2726067" y="0"/>
                </a:lnTo>
                <a:close/>
              </a:path>
            </a:pathLst>
          </a:custGeom>
          <a:blipFill rotWithShape="1">
            <a:blip r:embed="rId3">
              <a:alphaModFix/>
            </a:blip>
            <a:stretch>
              <a:fillRect b="0" l="0" r="0" t="0"/>
            </a:stretch>
          </a:blipFill>
          <a:ln>
            <a:noFill/>
          </a:ln>
        </p:spPr>
      </p:sp>
      <p:sp>
        <p:nvSpPr>
          <p:cNvPr id="244" name="Google Shape;244;p13"/>
          <p:cNvSpPr/>
          <p:nvPr/>
        </p:nvSpPr>
        <p:spPr>
          <a:xfrm>
            <a:off x="-1033856" y="7889394"/>
            <a:ext cx="4125113" cy="4114800"/>
          </a:xfrm>
          <a:custGeom>
            <a:rect b="b" l="l" r="r" t="t"/>
            <a:pathLst>
              <a:path extrusionOk="0" h="4114800" w="4125113">
                <a:moveTo>
                  <a:pt x="0" y="0"/>
                </a:moveTo>
                <a:lnTo>
                  <a:pt x="4125112" y="0"/>
                </a:lnTo>
                <a:lnTo>
                  <a:pt x="4125112" y="4114800"/>
                </a:lnTo>
                <a:lnTo>
                  <a:pt x="0" y="4114800"/>
                </a:lnTo>
                <a:lnTo>
                  <a:pt x="0" y="0"/>
                </a:lnTo>
                <a:close/>
              </a:path>
            </a:pathLst>
          </a:custGeom>
          <a:blipFill rotWithShape="1">
            <a:blip r:embed="rId4">
              <a:alphaModFix amt="40000"/>
            </a:blip>
            <a:stretch>
              <a:fillRect b="0" l="0" r="0" t="0"/>
            </a:stretch>
          </a:blipFill>
          <a:ln>
            <a:noFill/>
          </a:ln>
        </p:spPr>
      </p:sp>
      <p:sp>
        <p:nvSpPr>
          <p:cNvPr id="245" name="Google Shape;245;p13"/>
          <p:cNvSpPr/>
          <p:nvPr/>
        </p:nvSpPr>
        <p:spPr>
          <a:xfrm>
            <a:off x="15536177" y="-2057400"/>
            <a:ext cx="5353784" cy="5327015"/>
          </a:xfrm>
          <a:custGeom>
            <a:rect b="b" l="l" r="r" t="t"/>
            <a:pathLst>
              <a:path extrusionOk="0" h="5327015" w="5353784">
                <a:moveTo>
                  <a:pt x="0" y="0"/>
                </a:moveTo>
                <a:lnTo>
                  <a:pt x="5353784" y="0"/>
                </a:lnTo>
                <a:lnTo>
                  <a:pt x="5353784" y="5327015"/>
                </a:lnTo>
                <a:lnTo>
                  <a:pt x="0" y="5327015"/>
                </a:lnTo>
                <a:lnTo>
                  <a:pt x="0" y="0"/>
                </a:lnTo>
                <a:close/>
              </a:path>
            </a:pathLst>
          </a:custGeom>
          <a:blipFill rotWithShape="1">
            <a:blip r:embed="rId5">
              <a:alphaModFix amt="19999"/>
            </a:blip>
            <a:stretch>
              <a:fillRect b="0" l="0" r="0" t="0"/>
            </a:stretch>
          </a:blipFill>
          <a:ln>
            <a:noFill/>
          </a:ln>
        </p:spPr>
      </p:sp>
      <p:sp>
        <p:nvSpPr>
          <p:cNvPr id="246" name="Google Shape;246;p13"/>
          <p:cNvSpPr/>
          <p:nvPr/>
        </p:nvSpPr>
        <p:spPr>
          <a:xfrm>
            <a:off x="11920494" y="2823468"/>
            <a:ext cx="4309059" cy="6122997"/>
          </a:xfrm>
          <a:custGeom>
            <a:rect b="b" l="l" r="r" t="t"/>
            <a:pathLst>
              <a:path extrusionOk="0" h="6122997" w="4309059">
                <a:moveTo>
                  <a:pt x="0" y="0"/>
                </a:moveTo>
                <a:lnTo>
                  <a:pt x="4309059" y="0"/>
                </a:lnTo>
                <a:lnTo>
                  <a:pt x="4309059" y="6122997"/>
                </a:lnTo>
                <a:lnTo>
                  <a:pt x="0" y="6122997"/>
                </a:lnTo>
                <a:lnTo>
                  <a:pt x="0" y="0"/>
                </a:lnTo>
                <a:close/>
              </a:path>
            </a:pathLst>
          </a:custGeom>
          <a:blipFill rotWithShape="1">
            <a:blip r:embed="rId6">
              <a:alphaModFix/>
            </a:blip>
            <a:stretch>
              <a:fillRect b="0" l="0" r="0" t="0"/>
            </a:stretch>
          </a:blipFill>
          <a:ln>
            <a:noFill/>
          </a:ln>
        </p:spPr>
      </p:sp>
      <p:sp>
        <p:nvSpPr>
          <p:cNvPr id="247" name="Google Shape;247;p13"/>
          <p:cNvSpPr txBox="1"/>
          <p:nvPr/>
        </p:nvSpPr>
        <p:spPr>
          <a:xfrm>
            <a:off x="1255489" y="4445364"/>
            <a:ext cx="9814544" cy="2388703"/>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0" i="0" lang="en-US" sz="8112" u="none" cap="none" strike="noStrike">
                <a:solidFill>
                  <a:srgbClr val="FFF4E7"/>
                </a:solidFill>
                <a:latin typeface="Lemon"/>
                <a:ea typeface="Lemon"/>
                <a:cs typeface="Lemon"/>
                <a:sym typeface="Lemon"/>
              </a:rPr>
              <a:t>Data Hasil Observasi Kunjungan Museum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4E7"/>
        </a:solidFill>
      </p:bgPr>
    </p:bg>
    <p:spTree>
      <p:nvGrpSpPr>
        <p:cNvPr id="251" name="Shape 251"/>
        <p:cNvGrpSpPr/>
        <p:nvPr/>
      </p:nvGrpSpPr>
      <p:grpSpPr>
        <a:xfrm>
          <a:off x="0" y="0"/>
          <a:ext cx="0" cy="0"/>
          <a:chOff x="0" y="0"/>
          <a:chExt cx="0" cy="0"/>
        </a:xfrm>
      </p:grpSpPr>
      <p:sp>
        <p:nvSpPr>
          <p:cNvPr id="252" name="Google Shape;252;p14"/>
          <p:cNvSpPr/>
          <p:nvPr/>
        </p:nvSpPr>
        <p:spPr>
          <a:xfrm>
            <a:off x="15442153" y="544259"/>
            <a:ext cx="2159290" cy="2957932"/>
          </a:xfrm>
          <a:custGeom>
            <a:rect b="b" l="l" r="r" t="t"/>
            <a:pathLst>
              <a:path extrusionOk="0" h="2957932" w="2159290">
                <a:moveTo>
                  <a:pt x="0" y="0"/>
                </a:moveTo>
                <a:lnTo>
                  <a:pt x="2159290" y="0"/>
                </a:lnTo>
                <a:lnTo>
                  <a:pt x="2159290" y="2957932"/>
                </a:lnTo>
                <a:lnTo>
                  <a:pt x="0" y="2957932"/>
                </a:lnTo>
                <a:lnTo>
                  <a:pt x="0" y="0"/>
                </a:lnTo>
                <a:close/>
              </a:path>
            </a:pathLst>
          </a:custGeom>
          <a:blipFill rotWithShape="1">
            <a:blip r:embed="rId3">
              <a:alphaModFix/>
            </a:blip>
            <a:stretch>
              <a:fillRect b="0" l="0" r="0" t="0"/>
            </a:stretch>
          </a:blipFill>
          <a:ln>
            <a:noFill/>
          </a:ln>
        </p:spPr>
      </p:sp>
      <p:sp>
        <p:nvSpPr>
          <p:cNvPr id="253" name="Google Shape;253;p14"/>
          <p:cNvSpPr/>
          <p:nvPr/>
        </p:nvSpPr>
        <p:spPr>
          <a:xfrm rot="2942016">
            <a:off x="-278287" y="-1868898"/>
            <a:ext cx="4931229" cy="5309533"/>
          </a:xfrm>
          <a:custGeom>
            <a:rect b="b" l="l" r="r" t="t"/>
            <a:pathLst>
              <a:path extrusionOk="0" h="5309533" w="4931229">
                <a:moveTo>
                  <a:pt x="0" y="0"/>
                </a:moveTo>
                <a:lnTo>
                  <a:pt x="4931228" y="0"/>
                </a:lnTo>
                <a:lnTo>
                  <a:pt x="4931228" y="5309533"/>
                </a:lnTo>
                <a:lnTo>
                  <a:pt x="0" y="5309533"/>
                </a:lnTo>
                <a:lnTo>
                  <a:pt x="0" y="0"/>
                </a:lnTo>
                <a:close/>
              </a:path>
            </a:pathLst>
          </a:custGeom>
          <a:blipFill rotWithShape="1">
            <a:blip r:embed="rId4">
              <a:alphaModFix amt="19999"/>
            </a:blip>
            <a:stretch>
              <a:fillRect b="0" l="0" r="0" t="0"/>
            </a:stretch>
          </a:blipFill>
          <a:ln>
            <a:noFill/>
          </a:ln>
        </p:spPr>
      </p:sp>
      <p:sp>
        <p:nvSpPr>
          <p:cNvPr id="254" name="Google Shape;254;p14"/>
          <p:cNvSpPr/>
          <p:nvPr/>
        </p:nvSpPr>
        <p:spPr>
          <a:xfrm>
            <a:off x="12444685" y="7487264"/>
            <a:ext cx="5436469" cy="2243449"/>
          </a:xfrm>
          <a:custGeom>
            <a:rect b="b" l="l" r="r" t="t"/>
            <a:pathLst>
              <a:path extrusionOk="0" h="2243449" w="5436469">
                <a:moveTo>
                  <a:pt x="0" y="0"/>
                </a:moveTo>
                <a:lnTo>
                  <a:pt x="5436469" y="0"/>
                </a:lnTo>
                <a:lnTo>
                  <a:pt x="5436469" y="2243450"/>
                </a:lnTo>
                <a:lnTo>
                  <a:pt x="0" y="2243450"/>
                </a:lnTo>
                <a:lnTo>
                  <a:pt x="0" y="0"/>
                </a:lnTo>
                <a:close/>
              </a:path>
            </a:pathLst>
          </a:custGeom>
          <a:blipFill rotWithShape="1">
            <a:blip r:embed="rId5">
              <a:alphaModFix/>
            </a:blip>
            <a:stretch>
              <a:fillRect b="0" l="0" r="0" t="0"/>
            </a:stretch>
          </a:blipFill>
          <a:ln>
            <a:noFill/>
          </a:ln>
        </p:spPr>
      </p:sp>
      <p:sp>
        <p:nvSpPr>
          <p:cNvPr id="255" name="Google Shape;255;p14"/>
          <p:cNvSpPr/>
          <p:nvPr/>
        </p:nvSpPr>
        <p:spPr>
          <a:xfrm>
            <a:off x="310789" y="6716081"/>
            <a:ext cx="3322288" cy="3322288"/>
          </a:xfrm>
          <a:custGeom>
            <a:rect b="b" l="l" r="r" t="t"/>
            <a:pathLst>
              <a:path extrusionOk="0" h="3322288" w="3322288">
                <a:moveTo>
                  <a:pt x="0" y="0"/>
                </a:moveTo>
                <a:lnTo>
                  <a:pt x="3322288" y="0"/>
                </a:lnTo>
                <a:lnTo>
                  <a:pt x="3322288" y="3322288"/>
                </a:lnTo>
                <a:lnTo>
                  <a:pt x="0" y="3322288"/>
                </a:lnTo>
                <a:lnTo>
                  <a:pt x="0" y="0"/>
                </a:lnTo>
                <a:close/>
              </a:path>
            </a:pathLst>
          </a:custGeom>
          <a:blipFill rotWithShape="1">
            <a:blip r:embed="rId6">
              <a:alphaModFix/>
            </a:blip>
            <a:stretch>
              <a:fillRect b="0" l="0" r="0" t="0"/>
            </a:stretch>
          </a:blipFill>
          <a:ln>
            <a:noFill/>
          </a:ln>
        </p:spPr>
      </p:sp>
      <p:sp>
        <p:nvSpPr>
          <p:cNvPr id="256" name="Google Shape;256;p14"/>
          <p:cNvSpPr txBox="1"/>
          <p:nvPr/>
        </p:nvSpPr>
        <p:spPr>
          <a:xfrm>
            <a:off x="5499662" y="2051800"/>
            <a:ext cx="7288677" cy="1183639"/>
          </a:xfrm>
          <a:prstGeom prst="rect">
            <a:avLst/>
          </a:prstGeom>
          <a:noFill/>
          <a:ln>
            <a:noFill/>
          </a:ln>
        </p:spPr>
        <p:txBody>
          <a:bodyPr anchorCtr="0" anchor="t" bIns="0" lIns="0" spcFirstLastPara="1" rIns="0" wrap="square" tIns="0">
            <a:spAutoFit/>
          </a:bodyPr>
          <a:lstStyle/>
          <a:p>
            <a:pPr indent="0" lvl="0" marL="0" marR="0" rtl="0" algn="ctr">
              <a:lnSpc>
                <a:spcPct val="116002"/>
              </a:lnSpc>
              <a:spcBef>
                <a:spcPts val="0"/>
              </a:spcBef>
              <a:spcAft>
                <a:spcPts val="0"/>
              </a:spcAft>
              <a:buNone/>
            </a:pPr>
            <a:r>
              <a:rPr b="0" i="0" lang="en-US" sz="7999" u="none" cap="none" strike="noStrike">
                <a:solidFill>
                  <a:srgbClr val="860A0A"/>
                </a:solidFill>
                <a:latin typeface="Lemon"/>
                <a:ea typeface="Lemon"/>
                <a:cs typeface="Lemon"/>
                <a:sym typeface="Lemon"/>
              </a:rPr>
              <a:t>Tema: Budaya</a:t>
            </a:r>
            <a:endParaRPr/>
          </a:p>
        </p:txBody>
      </p:sp>
      <p:sp>
        <p:nvSpPr>
          <p:cNvPr id="257" name="Google Shape;257;p14"/>
          <p:cNvSpPr txBox="1"/>
          <p:nvPr/>
        </p:nvSpPr>
        <p:spPr>
          <a:xfrm>
            <a:off x="686557" y="4330997"/>
            <a:ext cx="16914887" cy="2003742"/>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2862" u="none" cap="none" strike="noStrike">
                <a:solidFill>
                  <a:srgbClr val="6F1D1B"/>
                </a:solidFill>
                <a:latin typeface="Arial"/>
                <a:ea typeface="Arial"/>
                <a:cs typeface="Arial"/>
                <a:sym typeface="Arial"/>
              </a:rPr>
              <a:t>Menarik bagi kami untuk mengkupas beberapa peninggalan di museum Sonobudoyo. Yang akan ditampilkan dalam website dan dikemas dengan bahasa yang sederhana dan menyenangkan. agar dapat menarik minat generasi muda untuk turut meramaikan museum Sonobuduyo dan dapat dijadikan sebagai opsi pariwisata.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BF49"/>
        </a:solidFill>
      </p:bgPr>
    </p:bg>
    <p:spTree>
      <p:nvGrpSpPr>
        <p:cNvPr id="261" name="Shape 261"/>
        <p:cNvGrpSpPr/>
        <p:nvPr/>
      </p:nvGrpSpPr>
      <p:grpSpPr>
        <a:xfrm>
          <a:off x="0" y="0"/>
          <a:ext cx="0" cy="0"/>
          <a:chOff x="0" y="0"/>
          <a:chExt cx="0" cy="0"/>
        </a:xfrm>
      </p:grpSpPr>
      <p:sp>
        <p:nvSpPr>
          <p:cNvPr id="262" name="Google Shape;262;p15"/>
          <p:cNvSpPr txBox="1"/>
          <p:nvPr/>
        </p:nvSpPr>
        <p:spPr>
          <a:xfrm>
            <a:off x="2175070" y="611205"/>
            <a:ext cx="13937860" cy="844516"/>
          </a:xfrm>
          <a:prstGeom prst="rect">
            <a:avLst/>
          </a:prstGeom>
          <a:noFill/>
          <a:ln>
            <a:noFill/>
          </a:ln>
        </p:spPr>
        <p:txBody>
          <a:bodyPr anchorCtr="0" anchor="t" bIns="0" lIns="0" spcFirstLastPara="1" rIns="0" wrap="square" tIns="0">
            <a:spAutoFit/>
          </a:bodyPr>
          <a:lstStyle/>
          <a:p>
            <a:pPr indent="0" lvl="0" marL="0" marR="0" rtl="0" algn="ctr">
              <a:lnSpc>
                <a:spcPct val="116014"/>
              </a:lnSpc>
              <a:spcBef>
                <a:spcPts val="0"/>
              </a:spcBef>
              <a:spcAft>
                <a:spcPts val="0"/>
              </a:spcAft>
              <a:buNone/>
            </a:pPr>
            <a:r>
              <a:rPr b="0" i="0" lang="en-US" sz="5620" u="none" cap="none" strike="noStrike">
                <a:solidFill>
                  <a:srgbClr val="6F1D1B"/>
                </a:solidFill>
                <a:latin typeface="Lemon"/>
                <a:ea typeface="Lemon"/>
                <a:cs typeface="Lemon"/>
                <a:sym typeface="Lemon"/>
              </a:rPr>
              <a:t>Data Informasi Museum Senobudoyo</a:t>
            </a:r>
            <a:endParaRPr/>
          </a:p>
        </p:txBody>
      </p:sp>
      <p:sp>
        <p:nvSpPr>
          <p:cNvPr id="263" name="Google Shape;263;p15"/>
          <p:cNvSpPr txBox="1"/>
          <p:nvPr/>
        </p:nvSpPr>
        <p:spPr>
          <a:xfrm>
            <a:off x="1189235" y="2499341"/>
            <a:ext cx="6916693" cy="555307"/>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3262" u="none" cap="none" strike="noStrike">
                <a:solidFill>
                  <a:srgbClr val="6F1D1B"/>
                </a:solidFill>
                <a:latin typeface="Arial"/>
                <a:ea typeface="Arial"/>
                <a:cs typeface="Arial"/>
                <a:sym typeface="Arial"/>
              </a:rPr>
              <a:t>Informasi Kebudayaan Museum</a:t>
            </a:r>
            <a:endParaRPr/>
          </a:p>
        </p:txBody>
      </p:sp>
      <p:sp>
        <p:nvSpPr>
          <p:cNvPr id="264" name="Google Shape;264;p15"/>
          <p:cNvSpPr txBox="1"/>
          <p:nvPr/>
        </p:nvSpPr>
        <p:spPr>
          <a:xfrm>
            <a:off x="1028700" y="3245148"/>
            <a:ext cx="16914887" cy="2508567"/>
          </a:xfrm>
          <a:prstGeom prst="rect">
            <a:avLst/>
          </a:prstGeom>
          <a:noFill/>
          <a:ln>
            <a:noFill/>
          </a:ln>
        </p:spPr>
        <p:txBody>
          <a:bodyPr anchorCtr="0" anchor="t" bIns="0" lIns="0" spcFirstLastPara="1" rIns="0" wrap="square" tIns="0">
            <a:spAutoFit/>
          </a:bodyPr>
          <a:lstStyle/>
          <a:p>
            <a:pPr indent="-309009" lvl="1" marL="618018" marR="0" rtl="0" algn="just">
              <a:lnSpc>
                <a:spcPct val="140006"/>
              </a:lnSpc>
              <a:spcBef>
                <a:spcPts val="0"/>
              </a:spcBef>
              <a:spcAft>
                <a:spcPts val="0"/>
              </a:spcAft>
              <a:buClr>
                <a:srgbClr val="6F1D1B"/>
              </a:buClr>
              <a:buSzPts val="2862"/>
              <a:buFont typeface="Arial"/>
              <a:buChar char="•"/>
            </a:pPr>
            <a:r>
              <a:rPr b="0" i="0" lang="en-US" sz="2862" u="none" cap="none" strike="noStrike">
                <a:solidFill>
                  <a:srgbClr val="6F1D1B"/>
                </a:solidFill>
                <a:latin typeface="Arial"/>
                <a:ea typeface="Arial"/>
                <a:cs typeface="Arial"/>
                <a:sym typeface="Arial"/>
              </a:rPr>
              <a:t>Museum memiliki 3 kategori harga tiket ( Lokal Rp 10.000, Anak Rp 5000 dan wisatawan mancanegara Rp 20.000)</a:t>
            </a:r>
            <a:endParaRPr/>
          </a:p>
          <a:p>
            <a:pPr indent="-309009" lvl="1" marL="618018" marR="0" rtl="0" algn="just">
              <a:lnSpc>
                <a:spcPct val="140006"/>
              </a:lnSpc>
              <a:spcBef>
                <a:spcPts val="0"/>
              </a:spcBef>
              <a:spcAft>
                <a:spcPts val="0"/>
              </a:spcAft>
              <a:buClr>
                <a:srgbClr val="6F1D1B"/>
              </a:buClr>
              <a:buSzPts val="2862"/>
              <a:buFont typeface="Arial"/>
              <a:buChar char="•"/>
            </a:pPr>
            <a:r>
              <a:rPr b="0" i="0" lang="en-US" sz="2862" u="none" cap="none" strike="noStrike">
                <a:solidFill>
                  <a:srgbClr val="6F1D1B"/>
                </a:solidFill>
                <a:latin typeface="Arial"/>
                <a:ea typeface="Arial"/>
                <a:cs typeface="Arial"/>
                <a:sym typeface="Arial"/>
              </a:rPr>
              <a:t>Museum Sonobudoyo dulu adalah sebuah yayasan yang bergerak dalam bidang kebudayaan Jawa, Madura, Bali dan Lombok.</a:t>
            </a:r>
            <a:endParaRPr/>
          </a:p>
          <a:p>
            <a:pPr indent="-309009" lvl="1" marL="618018" marR="0" rtl="0" algn="just">
              <a:lnSpc>
                <a:spcPct val="140006"/>
              </a:lnSpc>
              <a:spcBef>
                <a:spcPts val="0"/>
              </a:spcBef>
              <a:spcAft>
                <a:spcPts val="0"/>
              </a:spcAft>
              <a:buClr>
                <a:srgbClr val="6F1D1B"/>
              </a:buClr>
              <a:buSzPts val="2862"/>
              <a:buFont typeface="Arial"/>
              <a:buChar char="•"/>
            </a:pPr>
            <a:r>
              <a:rPr b="0" i="0" lang="en-US" sz="2862" u="none" cap="none" strike="noStrike">
                <a:solidFill>
                  <a:srgbClr val="6F1D1B"/>
                </a:solidFill>
                <a:latin typeface="Arial"/>
                <a:ea typeface="Arial"/>
                <a:cs typeface="Arial"/>
                <a:sym typeface="Arial"/>
              </a:rPr>
              <a:t>Museum mempunyai 3 lokasi (Gedung lama, Gedung Baru, Gedung Arsip).</a:t>
            </a:r>
            <a:endParaRPr/>
          </a:p>
        </p:txBody>
      </p:sp>
      <p:sp>
        <p:nvSpPr>
          <p:cNvPr id="265" name="Google Shape;265;p15"/>
          <p:cNvSpPr txBox="1"/>
          <p:nvPr/>
        </p:nvSpPr>
        <p:spPr>
          <a:xfrm>
            <a:off x="1189235" y="6406923"/>
            <a:ext cx="3458347" cy="555307"/>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3262" u="none" cap="none" strike="noStrike">
                <a:solidFill>
                  <a:srgbClr val="6F1D1B"/>
                </a:solidFill>
                <a:latin typeface="Arial"/>
                <a:ea typeface="Arial"/>
                <a:cs typeface="Arial"/>
                <a:sym typeface="Arial"/>
              </a:rPr>
              <a:t>Koleksi Benda</a:t>
            </a:r>
            <a:endParaRPr/>
          </a:p>
        </p:txBody>
      </p:sp>
      <p:sp>
        <p:nvSpPr>
          <p:cNvPr id="266" name="Google Shape;266;p15"/>
          <p:cNvSpPr txBox="1"/>
          <p:nvPr/>
        </p:nvSpPr>
        <p:spPr>
          <a:xfrm>
            <a:off x="1189235" y="7233151"/>
            <a:ext cx="5940933" cy="1512302"/>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None/>
            </a:pPr>
            <a:r>
              <a:rPr b="0" i="0" lang="en-US" sz="2908" u="none" cap="none" strike="noStrike">
                <a:solidFill>
                  <a:srgbClr val="6F1D1B"/>
                </a:solidFill>
                <a:latin typeface="Arial"/>
                <a:ea typeface="Arial"/>
                <a:cs typeface="Arial"/>
                <a:sym typeface="Arial"/>
              </a:rPr>
              <a:t>Peninggalan-peninggalan benda Jawa kuno salah satunya seperti arca, keris, mata uang kuno</a:t>
            </a:r>
            <a:endParaRPr/>
          </a:p>
        </p:txBody>
      </p:sp>
      <p:sp>
        <p:nvSpPr>
          <p:cNvPr id="267" name="Google Shape;267;p15"/>
          <p:cNvSpPr txBox="1"/>
          <p:nvPr/>
        </p:nvSpPr>
        <p:spPr>
          <a:xfrm>
            <a:off x="10505167" y="6406923"/>
            <a:ext cx="4180753" cy="555307"/>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3262" u="none" cap="none" strike="noStrike">
                <a:solidFill>
                  <a:srgbClr val="6F1D1B"/>
                </a:solidFill>
                <a:latin typeface="Arial"/>
                <a:ea typeface="Arial"/>
                <a:cs typeface="Arial"/>
                <a:sym typeface="Arial"/>
              </a:rPr>
              <a:t>Kegiatan Museum</a:t>
            </a:r>
            <a:endParaRPr/>
          </a:p>
        </p:txBody>
      </p:sp>
      <p:sp>
        <p:nvSpPr>
          <p:cNvPr id="268" name="Google Shape;268;p15"/>
          <p:cNvSpPr txBox="1"/>
          <p:nvPr/>
        </p:nvSpPr>
        <p:spPr>
          <a:xfrm>
            <a:off x="10505167" y="7233151"/>
            <a:ext cx="6395781" cy="2025149"/>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None/>
            </a:pPr>
            <a:r>
              <a:rPr b="0" i="0" lang="en-US" sz="2908" u="none" cap="none" strike="noStrike">
                <a:solidFill>
                  <a:srgbClr val="6F1D1B"/>
                </a:solidFill>
                <a:latin typeface="Arial"/>
                <a:ea typeface="Arial"/>
                <a:cs typeface="Arial"/>
                <a:sym typeface="Arial"/>
              </a:rPr>
              <a:t>Kegiatan yang diadakan oleh pihak museum diantaranya seperti workshop membatik dan pagelaran wayang di hari tertentu</a:t>
            </a:r>
            <a:endParaRPr/>
          </a:p>
        </p:txBody>
      </p:sp>
      <p:sp>
        <p:nvSpPr>
          <p:cNvPr id="269" name="Google Shape;269;p15"/>
          <p:cNvSpPr/>
          <p:nvPr/>
        </p:nvSpPr>
        <p:spPr>
          <a:xfrm rot="2162945">
            <a:off x="14379443" y="-230967"/>
            <a:ext cx="6387484" cy="3249632"/>
          </a:xfrm>
          <a:custGeom>
            <a:rect b="b" l="l" r="r" t="t"/>
            <a:pathLst>
              <a:path extrusionOk="0" h="3249632" w="6387484">
                <a:moveTo>
                  <a:pt x="0" y="0"/>
                </a:moveTo>
                <a:lnTo>
                  <a:pt x="6387484" y="0"/>
                </a:lnTo>
                <a:lnTo>
                  <a:pt x="6387484" y="3249633"/>
                </a:lnTo>
                <a:lnTo>
                  <a:pt x="0" y="3249633"/>
                </a:lnTo>
                <a:lnTo>
                  <a:pt x="0" y="0"/>
                </a:lnTo>
                <a:close/>
              </a:path>
            </a:pathLst>
          </a:custGeom>
          <a:blipFill rotWithShape="1">
            <a:blip r:embed="rId3">
              <a:alphaModFix amt="40000"/>
            </a:blip>
            <a:stretch>
              <a:fillRect b="0" l="0" r="0" t="0"/>
            </a:stretch>
          </a:blipFill>
          <a:ln>
            <a:noFill/>
          </a:ln>
        </p:spPr>
      </p:sp>
      <p:sp>
        <p:nvSpPr>
          <p:cNvPr id="270" name="Google Shape;270;p15"/>
          <p:cNvSpPr/>
          <p:nvPr/>
        </p:nvSpPr>
        <p:spPr>
          <a:xfrm>
            <a:off x="-1033856" y="8803290"/>
            <a:ext cx="3208926" cy="3200904"/>
          </a:xfrm>
          <a:custGeom>
            <a:rect b="b" l="l" r="r" t="t"/>
            <a:pathLst>
              <a:path extrusionOk="0" h="3200904" w="3208926">
                <a:moveTo>
                  <a:pt x="0" y="0"/>
                </a:moveTo>
                <a:lnTo>
                  <a:pt x="3208926" y="0"/>
                </a:lnTo>
                <a:lnTo>
                  <a:pt x="3208926" y="3200904"/>
                </a:lnTo>
                <a:lnTo>
                  <a:pt x="0" y="3200904"/>
                </a:lnTo>
                <a:lnTo>
                  <a:pt x="0" y="0"/>
                </a:lnTo>
                <a:close/>
              </a:path>
            </a:pathLst>
          </a:custGeom>
          <a:blipFill rotWithShape="1">
            <a:blip r:embed="rId4">
              <a:alphaModFix amt="40000"/>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F5856"/>
        </a:solidFill>
      </p:bgPr>
    </p:bg>
    <p:spTree>
      <p:nvGrpSpPr>
        <p:cNvPr id="274" name="Shape 274"/>
        <p:cNvGrpSpPr/>
        <p:nvPr/>
      </p:nvGrpSpPr>
      <p:grpSpPr>
        <a:xfrm>
          <a:off x="0" y="0"/>
          <a:ext cx="0" cy="0"/>
          <a:chOff x="0" y="0"/>
          <a:chExt cx="0" cy="0"/>
        </a:xfrm>
      </p:grpSpPr>
      <p:grpSp>
        <p:nvGrpSpPr>
          <p:cNvPr id="275" name="Google Shape;275;p16"/>
          <p:cNvGrpSpPr/>
          <p:nvPr/>
        </p:nvGrpSpPr>
        <p:grpSpPr>
          <a:xfrm>
            <a:off x="1710435" y="2776547"/>
            <a:ext cx="4886967" cy="4033969"/>
            <a:chOff x="0" y="0"/>
            <a:chExt cx="6515957" cy="5378626"/>
          </a:xfrm>
        </p:grpSpPr>
        <p:sp>
          <p:nvSpPr>
            <p:cNvPr id="276" name="Google Shape;276;p16"/>
            <p:cNvSpPr/>
            <p:nvPr/>
          </p:nvSpPr>
          <p:spPr>
            <a:xfrm rot="-5400000">
              <a:off x="568665" y="-568665"/>
              <a:ext cx="5378626" cy="6515957"/>
            </a:xfrm>
            <a:custGeom>
              <a:rect b="b" l="l" r="r" t="t"/>
              <a:pathLst>
                <a:path extrusionOk="0" h="6515957" w="5378626">
                  <a:moveTo>
                    <a:pt x="0" y="0"/>
                  </a:moveTo>
                  <a:lnTo>
                    <a:pt x="5378626" y="0"/>
                  </a:lnTo>
                  <a:lnTo>
                    <a:pt x="5378626" y="6515956"/>
                  </a:lnTo>
                  <a:lnTo>
                    <a:pt x="0" y="6515956"/>
                  </a:lnTo>
                  <a:lnTo>
                    <a:pt x="0" y="0"/>
                  </a:lnTo>
                  <a:close/>
                </a:path>
              </a:pathLst>
            </a:custGeom>
            <a:blipFill rotWithShape="1">
              <a:blip r:embed="rId3">
                <a:alphaModFix/>
              </a:blip>
              <a:stretch>
                <a:fillRect b="0" l="0" r="0" t="0"/>
              </a:stretch>
            </a:blipFill>
            <a:ln>
              <a:noFill/>
            </a:ln>
          </p:spPr>
        </p:sp>
        <p:sp>
          <p:nvSpPr>
            <p:cNvPr id="277" name="Google Shape;277;p16"/>
            <p:cNvSpPr/>
            <p:nvPr/>
          </p:nvSpPr>
          <p:spPr>
            <a:xfrm>
              <a:off x="370054" y="350059"/>
              <a:ext cx="5803261" cy="4717384"/>
            </a:xfrm>
            <a:custGeom>
              <a:rect b="b" l="l" r="r" t="t"/>
              <a:pathLst>
                <a:path extrusionOk="0" h="4717384" w="5803261">
                  <a:moveTo>
                    <a:pt x="0" y="0"/>
                  </a:moveTo>
                  <a:lnTo>
                    <a:pt x="5803261" y="0"/>
                  </a:lnTo>
                  <a:lnTo>
                    <a:pt x="5803261" y="4717383"/>
                  </a:lnTo>
                  <a:lnTo>
                    <a:pt x="0" y="4717383"/>
                  </a:lnTo>
                  <a:lnTo>
                    <a:pt x="0" y="0"/>
                  </a:lnTo>
                  <a:close/>
                </a:path>
              </a:pathLst>
            </a:custGeom>
            <a:blipFill rotWithShape="1">
              <a:blip r:embed="rId4">
                <a:alphaModFix/>
              </a:blip>
              <a:stretch>
                <a:fillRect b="0" l="-20745" r="-12125" t="-22595"/>
              </a:stretch>
            </a:blipFill>
            <a:ln>
              <a:noFill/>
            </a:ln>
          </p:spPr>
        </p:sp>
      </p:grpSp>
      <p:sp>
        <p:nvSpPr>
          <p:cNvPr id="278" name="Google Shape;278;p16"/>
          <p:cNvSpPr/>
          <p:nvPr/>
        </p:nvSpPr>
        <p:spPr>
          <a:xfrm rot="2162945">
            <a:off x="13997819" y="-463540"/>
            <a:ext cx="6921295" cy="3521209"/>
          </a:xfrm>
          <a:custGeom>
            <a:rect b="b" l="l" r="r" t="t"/>
            <a:pathLst>
              <a:path extrusionOk="0" h="3521209" w="6921295">
                <a:moveTo>
                  <a:pt x="0" y="0"/>
                </a:moveTo>
                <a:lnTo>
                  <a:pt x="6921295" y="0"/>
                </a:lnTo>
                <a:lnTo>
                  <a:pt x="6921295" y="3521208"/>
                </a:lnTo>
                <a:lnTo>
                  <a:pt x="0" y="3521208"/>
                </a:lnTo>
                <a:lnTo>
                  <a:pt x="0" y="0"/>
                </a:lnTo>
                <a:close/>
              </a:path>
            </a:pathLst>
          </a:custGeom>
          <a:blipFill rotWithShape="1">
            <a:blip r:embed="rId5">
              <a:alphaModFix amt="19999"/>
            </a:blip>
            <a:stretch>
              <a:fillRect b="0" l="0" r="0" t="0"/>
            </a:stretch>
          </a:blipFill>
          <a:ln>
            <a:noFill/>
          </a:ln>
        </p:spPr>
      </p:sp>
      <p:sp>
        <p:nvSpPr>
          <p:cNvPr id="279" name="Google Shape;279;p16"/>
          <p:cNvSpPr/>
          <p:nvPr/>
        </p:nvSpPr>
        <p:spPr>
          <a:xfrm rot="5485691">
            <a:off x="-492956" y="7695802"/>
            <a:ext cx="3123668" cy="3363303"/>
          </a:xfrm>
          <a:custGeom>
            <a:rect b="b" l="l" r="r" t="t"/>
            <a:pathLst>
              <a:path extrusionOk="0" h="3363303" w="3123668">
                <a:moveTo>
                  <a:pt x="0" y="0"/>
                </a:moveTo>
                <a:lnTo>
                  <a:pt x="3123667" y="0"/>
                </a:lnTo>
                <a:lnTo>
                  <a:pt x="3123667" y="3363303"/>
                </a:lnTo>
                <a:lnTo>
                  <a:pt x="0" y="3363303"/>
                </a:lnTo>
                <a:lnTo>
                  <a:pt x="0" y="0"/>
                </a:lnTo>
                <a:close/>
              </a:path>
            </a:pathLst>
          </a:custGeom>
          <a:blipFill rotWithShape="1">
            <a:blip r:embed="rId6">
              <a:alphaModFix amt="19999"/>
            </a:blip>
            <a:stretch>
              <a:fillRect b="0" l="0" r="0" t="0"/>
            </a:stretch>
          </a:blipFill>
          <a:ln>
            <a:noFill/>
          </a:ln>
        </p:spPr>
      </p:sp>
      <p:grpSp>
        <p:nvGrpSpPr>
          <p:cNvPr id="280" name="Google Shape;280;p16"/>
          <p:cNvGrpSpPr/>
          <p:nvPr/>
        </p:nvGrpSpPr>
        <p:grpSpPr>
          <a:xfrm>
            <a:off x="7079379" y="902206"/>
            <a:ext cx="4886967" cy="4033969"/>
            <a:chOff x="0" y="0"/>
            <a:chExt cx="6515957" cy="5378626"/>
          </a:xfrm>
        </p:grpSpPr>
        <p:sp>
          <p:nvSpPr>
            <p:cNvPr id="281" name="Google Shape;281;p16"/>
            <p:cNvSpPr/>
            <p:nvPr/>
          </p:nvSpPr>
          <p:spPr>
            <a:xfrm rot="-5400000">
              <a:off x="568665" y="-568665"/>
              <a:ext cx="5378626" cy="6515957"/>
            </a:xfrm>
            <a:custGeom>
              <a:rect b="b" l="l" r="r" t="t"/>
              <a:pathLst>
                <a:path extrusionOk="0" h="6515957" w="5378626">
                  <a:moveTo>
                    <a:pt x="0" y="0"/>
                  </a:moveTo>
                  <a:lnTo>
                    <a:pt x="5378626" y="0"/>
                  </a:lnTo>
                  <a:lnTo>
                    <a:pt x="5378626" y="6515956"/>
                  </a:lnTo>
                  <a:lnTo>
                    <a:pt x="0" y="6515956"/>
                  </a:lnTo>
                  <a:lnTo>
                    <a:pt x="0" y="0"/>
                  </a:lnTo>
                  <a:close/>
                </a:path>
              </a:pathLst>
            </a:custGeom>
            <a:blipFill rotWithShape="1">
              <a:blip r:embed="rId3">
                <a:alphaModFix/>
              </a:blip>
              <a:stretch>
                <a:fillRect b="0" l="0" r="0" t="0"/>
              </a:stretch>
            </a:blipFill>
            <a:ln>
              <a:noFill/>
            </a:ln>
          </p:spPr>
        </p:sp>
        <p:sp>
          <p:nvSpPr>
            <p:cNvPr id="282" name="Google Shape;282;p16"/>
            <p:cNvSpPr/>
            <p:nvPr/>
          </p:nvSpPr>
          <p:spPr>
            <a:xfrm>
              <a:off x="357387" y="331047"/>
              <a:ext cx="5829312" cy="4716533"/>
            </a:xfrm>
            <a:custGeom>
              <a:rect b="b" l="l" r="r" t="t"/>
              <a:pathLst>
                <a:path extrusionOk="0" h="4716533" w="5829312">
                  <a:moveTo>
                    <a:pt x="0" y="0"/>
                  </a:moveTo>
                  <a:lnTo>
                    <a:pt x="5829312" y="0"/>
                  </a:lnTo>
                  <a:lnTo>
                    <a:pt x="5829312" y="4716532"/>
                  </a:lnTo>
                  <a:lnTo>
                    <a:pt x="0" y="4716532"/>
                  </a:lnTo>
                  <a:lnTo>
                    <a:pt x="0" y="0"/>
                  </a:lnTo>
                  <a:close/>
                </a:path>
              </a:pathLst>
            </a:custGeom>
            <a:blipFill rotWithShape="1">
              <a:blip r:embed="rId7">
                <a:alphaModFix/>
              </a:blip>
              <a:stretch>
                <a:fillRect b="0" l="-3939" r="-3938" t="0"/>
              </a:stretch>
            </a:blipFill>
            <a:ln>
              <a:noFill/>
            </a:ln>
          </p:spPr>
        </p:sp>
      </p:grpSp>
      <p:grpSp>
        <p:nvGrpSpPr>
          <p:cNvPr id="283" name="Google Shape;283;p16"/>
          <p:cNvGrpSpPr/>
          <p:nvPr/>
        </p:nvGrpSpPr>
        <p:grpSpPr>
          <a:xfrm>
            <a:off x="5657458" y="5449334"/>
            <a:ext cx="4886967" cy="4033969"/>
            <a:chOff x="0" y="0"/>
            <a:chExt cx="6515957" cy="5378626"/>
          </a:xfrm>
        </p:grpSpPr>
        <p:sp>
          <p:nvSpPr>
            <p:cNvPr id="284" name="Google Shape;284;p16"/>
            <p:cNvSpPr/>
            <p:nvPr/>
          </p:nvSpPr>
          <p:spPr>
            <a:xfrm rot="-5400000">
              <a:off x="568665" y="-568665"/>
              <a:ext cx="5378626" cy="6515957"/>
            </a:xfrm>
            <a:custGeom>
              <a:rect b="b" l="l" r="r" t="t"/>
              <a:pathLst>
                <a:path extrusionOk="0" h="6515957" w="5378626">
                  <a:moveTo>
                    <a:pt x="0" y="0"/>
                  </a:moveTo>
                  <a:lnTo>
                    <a:pt x="5378626" y="0"/>
                  </a:lnTo>
                  <a:lnTo>
                    <a:pt x="5378626" y="6515956"/>
                  </a:lnTo>
                  <a:lnTo>
                    <a:pt x="0" y="6515956"/>
                  </a:lnTo>
                  <a:lnTo>
                    <a:pt x="0" y="0"/>
                  </a:lnTo>
                  <a:close/>
                </a:path>
              </a:pathLst>
            </a:custGeom>
            <a:blipFill rotWithShape="1">
              <a:blip r:embed="rId3">
                <a:alphaModFix/>
              </a:blip>
              <a:stretch>
                <a:fillRect b="0" l="0" r="0" t="0"/>
              </a:stretch>
            </a:blipFill>
            <a:ln>
              <a:noFill/>
            </a:ln>
          </p:spPr>
        </p:sp>
        <p:sp>
          <p:nvSpPr>
            <p:cNvPr id="285" name="Google Shape;285;p16"/>
            <p:cNvSpPr/>
            <p:nvPr/>
          </p:nvSpPr>
          <p:spPr>
            <a:xfrm>
              <a:off x="371397" y="346995"/>
              <a:ext cx="5803948" cy="4720440"/>
            </a:xfrm>
            <a:custGeom>
              <a:rect b="b" l="l" r="r" t="t"/>
              <a:pathLst>
                <a:path extrusionOk="0" h="4720440" w="5803948">
                  <a:moveTo>
                    <a:pt x="0" y="0"/>
                  </a:moveTo>
                  <a:lnTo>
                    <a:pt x="5803948" y="0"/>
                  </a:lnTo>
                  <a:lnTo>
                    <a:pt x="5803948" y="4720440"/>
                  </a:lnTo>
                  <a:lnTo>
                    <a:pt x="0" y="4720440"/>
                  </a:lnTo>
                  <a:lnTo>
                    <a:pt x="0" y="0"/>
                  </a:lnTo>
                  <a:close/>
                </a:path>
              </a:pathLst>
            </a:custGeom>
            <a:blipFill rotWithShape="1">
              <a:blip r:embed="rId8">
                <a:alphaModFix/>
              </a:blip>
              <a:stretch>
                <a:fillRect b="-1624" l="0" r="-10204" t="0"/>
              </a:stretch>
            </a:blipFill>
            <a:ln>
              <a:noFill/>
            </a:ln>
          </p:spPr>
        </p:sp>
      </p:grpSp>
      <p:grpSp>
        <p:nvGrpSpPr>
          <p:cNvPr id="286" name="Google Shape;286;p16"/>
          <p:cNvGrpSpPr/>
          <p:nvPr/>
        </p:nvGrpSpPr>
        <p:grpSpPr>
          <a:xfrm>
            <a:off x="11248158" y="3574993"/>
            <a:ext cx="4886967" cy="4033969"/>
            <a:chOff x="0" y="0"/>
            <a:chExt cx="6515957" cy="5378626"/>
          </a:xfrm>
        </p:grpSpPr>
        <p:sp>
          <p:nvSpPr>
            <p:cNvPr id="287" name="Google Shape;287;p16"/>
            <p:cNvSpPr/>
            <p:nvPr/>
          </p:nvSpPr>
          <p:spPr>
            <a:xfrm rot="-5400000">
              <a:off x="568665" y="-568665"/>
              <a:ext cx="5378626" cy="6515957"/>
            </a:xfrm>
            <a:custGeom>
              <a:rect b="b" l="l" r="r" t="t"/>
              <a:pathLst>
                <a:path extrusionOk="0" h="6515957" w="5378626">
                  <a:moveTo>
                    <a:pt x="0" y="0"/>
                  </a:moveTo>
                  <a:lnTo>
                    <a:pt x="5378626" y="0"/>
                  </a:lnTo>
                  <a:lnTo>
                    <a:pt x="5378626" y="6515956"/>
                  </a:lnTo>
                  <a:lnTo>
                    <a:pt x="0" y="6515956"/>
                  </a:lnTo>
                  <a:lnTo>
                    <a:pt x="0" y="0"/>
                  </a:lnTo>
                  <a:close/>
                </a:path>
              </a:pathLst>
            </a:custGeom>
            <a:blipFill rotWithShape="1">
              <a:blip r:embed="rId3">
                <a:alphaModFix/>
              </a:blip>
              <a:stretch>
                <a:fillRect b="0" l="0" r="0" t="0"/>
              </a:stretch>
            </a:blipFill>
            <a:ln>
              <a:noFill/>
            </a:ln>
          </p:spPr>
        </p:sp>
        <p:sp>
          <p:nvSpPr>
            <p:cNvPr id="288" name="Google Shape;288;p16"/>
            <p:cNvSpPr/>
            <p:nvPr/>
          </p:nvSpPr>
          <p:spPr>
            <a:xfrm>
              <a:off x="337320" y="320850"/>
              <a:ext cx="5827941" cy="4715405"/>
            </a:xfrm>
            <a:custGeom>
              <a:rect b="b" l="l" r="r" t="t"/>
              <a:pathLst>
                <a:path extrusionOk="0" h="4715405" w="5827941">
                  <a:moveTo>
                    <a:pt x="0" y="0"/>
                  </a:moveTo>
                  <a:lnTo>
                    <a:pt x="5827941" y="0"/>
                  </a:lnTo>
                  <a:lnTo>
                    <a:pt x="5827941" y="4715405"/>
                  </a:lnTo>
                  <a:lnTo>
                    <a:pt x="0" y="4715405"/>
                  </a:lnTo>
                  <a:lnTo>
                    <a:pt x="0" y="0"/>
                  </a:lnTo>
                  <a:close/>
                </a:path>
              </a:pathLst>
            </a:custGeom>
            <a:blipFill rotWithShape="1">
              <a:blip r:embed="rId9">
                <a:alphaModFix/>
              </a:blip>
              <a:stretch>
                <a:fillRect b="0" l="-43839" r="0" t="0"/>
              </a:stretch>
            </a:blipFill>
            <a:ln>
              <a:noFill/>
            </a:ln>
          </p:spPr>
        </p:sp>
      </p:grpSp>
      <p:sp>
        <p:nvSpPr>
          <p:cNvPr id="289" name="Google Shape;289;p16"/>
          <p:cNvSpPr txBox="1"/>
          <p:nvPr/>
        </p:nvSpPr>
        <p:spPr>
          <a:xfrm>
            <a:off x="1710435" y="1057275"/>
            <a:ext cx="3590114" cy="1183639"/>
          </a:xfrm>
          <a:prstGeom prst="rect">
            <a:avLst/>
          </a:prstGeom>
          <a:noFill/>
          <a:ln>
            <a:noFill/>
          </a:ln>
        </p:spPr>
        <p:txBody>
          <a:bodyPr anchorCtr="0" anchor="t" bIns="0" lIns="0" spcFirstLastPara="1" rIns="0" wrap="square" tIns="0">
            <a:spAutoFit/>
          </a:bodyPr>
          <a:lstStyle/>
          <a:p>
            <a:pPr indent="0" lvl="0" marL="0" marR="0" rtl="0" algn="l">
              <a:lnSpc>
                <a:spcPct val="116002"/>
              </a:lnSpc>
              <a:spcBef>
                <a:spcPts val="0"/>
              </a:spcBef>
              <a:spcAft>
                <a:spcPts val="0"/>
              </a:spcAft>
              <a:buNone/>
            </a:pPr>
            <a:r>
              <a:rPr b="0" i="0" lang="en-US" sz="7999" u="none" cap="none" strike="noStrike">
                <a:solidFill>
                  <a:srgbClr val="FFF4E7"/>
                </a:solidFill>
                <a:latin typeface="Lemon"/>
                <a:ea typeface="Lemon"/>
                <a:cs typeface="Lemon"/>
                <a:sym typeface="Lemon"/>
              </a:rPr>
              <a:t>Galery</a:t>
            </a:r>
            <a:endParaRPr/>
          </a:p>
        </p:txBody>
      </p:sp>
      <p:sp>
        <p:nvSpPr>
          <p:cNvPr id="290" name="Google Shape;290;p16"/>
          <p:cNvSpPr txBox="1"/>
          <p:nvPr/>
        </p:nvSpPr>
        <p:spPr>
          <a:xfrm>
            <a:off x="12050059" y="8596208"/>
            <a:ext cx="4425900" cy="8004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1" lang="en-US" sz="5199" u="sng" cap="none" strike="noStrike">
                <a:solidFill>
                  <a:schemeClr val="hlink"/>
                </a:solidFill>
                <a:latin typeface="Arial"/>
                <a:ea typeface="Arial"/>
                <a:cs typeface="Arial"/>
                <a:sym typeface="Arial"/>
                <a:hlinkClick r:id="rId10"/>
              </a:rPr>
              <a:t>Documentary</a:t>
            </a:r>
            <a:endParaRPr i="1"/>
          </a:p>
        </p:txBody>
      </p:sp>
      <p:sp>
        <p:nvSpPr>
          <p:cNvPr id="291" name="Google Shape;291;p16"/>
          <p:cNvSpPr txBox="1"/>
          <p:nvPr/>
        </p:nvSpPr>
        <p:spPr>
          <a:xfrm>
            <a:off x="13461369" y="8209543"/>
            <a:ext cx="1603230" cy="481915"/>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0" i="0" lang="en-US" sz="2851" u="none" cap="none" strike="noStrike">
                <a:solidFill>
                  <a:srgbClr val="FFF4E7"/>
                </a:solidFill>
                <a:latin typeface="Arial"/>
                <a:ea typeface="Arial"/>
                <a:cs typeface="Arial"/>
                <a:sym typeface="Arial"/>
              </a:rPr>
              <a:t>For more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BF49"/>
        </a:solidFill>
      </p:bgPr>
    </p:bg>
    <p:spTree>
      <p:nvGrpSpPr>
        <p:cNvPr id="295" name="Shape 295"/>
        <p:cNvGrpSpPr/>
        <p:nvPr/>
      </p:nvGrpSpPr>
      <p:grpSpPr>
        <a:xfrm>
          <a:off x="0" y="0"/>
          <a:ext cx="0" cy="0"/>
          <a:chOff x="0" y="0"/>
          <a:chExt cx="0" cy="0"/>
        </a:xfrm>
      </p:grpSpPr>
      <p:sp>
        <p:nvSpPr>
          <p:cNvPr id="296" name="Google Shape;296;p17"/>
          <p:cNvSpPr/>
          <p:nvPr/>
        </p:nvSpPr>
        <p:spPr>
          <a:xfrm>
            <a:off x="2477503" y="2863597"/>
            <a:ext cx="13332993" cy="5298396"/>
          </a:xfrm>
          <a:custGeom>
            <a:rect b="b" l="l" r="r" t="t"/>
            <a:pathLst>
              <a:path extrusionOk="0" h="5298396" w="13332993">
                <a:moveTo>
                  <a:pt x="0" y="0"/>
                </a:moveTo>
                <a:lnTo>
                  <a:pt x="13332994" y="0"/>
                </a:lnTo>
                <a:lnTo>
                  <a:pt x="13332994" y="5298396"/>
                </a:lnTo>
                <a:lnTo>
                  <a:pt x="0" y="5298396"/>
                </a:lnTo>
                <a:lnTo>
                  <a:pt x="0" y="0"/>
                </a:lnTo>
                <a:close/>
              </a:path>
            </a:pathLst>
          </a:custGeom>
          <a:blipFill rotWithShape="1">
            <a:blip r:embed="rId3">
              <a:alphaModFix/>
            </a:blip>
            <a:stretch>
              <a:fillRect b="-7605" l="0" r="0" t="0"/>
            </a:stretch>
          </a:blipFill>
          <a:ln>
            <a:noFill/>
          </a:ln>
        </p:spPr>
      </p:sp>
      <p:sp>
        <p:nvSpPr>
          <p:cNvPr id="297" name="Google Shape;297;p17"/>
          <p:cNvSpPr txBox="1"/>
          <p:nvPr/>
        </p:nvSpPr>
        <p:spPr>
          <a:xfrm>
            <a:off x="3147050" y="816317"/>
            <a:ext cx="11993901" cy="1183639"/>
          </a:xfrm>
          <a:prstGeom prst="rect">
            <a:avLst/>
          </a:prstGeom>
          <a:noFill/>
          <a:ln>
            <a:noFill/>
          </a:ln>
        </p:spPr>
        <p:txBody>
          <a:bodyPr anchorCtr="0" anchor="t" bIns="0" lIns="0" spcFirstLastPara="1" rIns="0" wrap="square" tIns="0">
            <a:spAutoFit/>
          </a:bodyPr>
          <a:lstStyle/>
          <a:p>
            <a:pPr indent="0" lvl="0" marL="0" marR="0" rtl="0" algn="ctr">
              <a:lnSpc>
                <a:spcPct val="116002"/>
              </a:lnSpc>
              <a:spcBef>
                <a:spcPts val="0"/>
              </a:spcBef>
              <a:spcAft>
                <a:spcPts val="0"/>
              </a:spcAft>
              <a:buNone/>
            </a:pPr>
            <a:r>
              <a:rPr b="0" i="0" lang="en-US" sz="7999" u="none" cap="none" strike="noStrike">
                <a:solidFill>
                  <a:srgbClr val="860A0A"/>
                </a:solidFill>
                <a:latin typeface="Lemon"/>
                <a:ea typeface="Lemon"/>
                <a:cs typeface="Lemon"/>
                <a:sym typeface="Lemon"/>
              </a:rPr>
              <a:t>Rancangan Sitemap </a:t>
            </a:r>
            <a:endParaRPr/>
          </a:p>
        </p:txBody>
      </p:sp>
      <p:sp>
        <p:nvSpPr>
          <p:cNvPr id="298" name="Google Shape;298;p17"/>
          <p:cNvSpPr/>
          <p:nvPr/>
        </p:nvSpPr>
        <p:spPr>
          <a:xfrm rot="2162945">
            <a:off x="14379443" y="-230967"/>
            <a:ext cx="6387484" cy="3249632"/>
          </a:xfrm>
          <a:custGeom>
            <a:rect b="b" l="l" r="r" t="t"/>
            <a:pathLst>
              <a:path extrusionOk="0" h="3249632" w="6387484">
                <a:moveTo>
                  <a:pt x="0" y="0"/>
                </a:moveTo>
                <a:lnTo>
                  <a:pt x="6387484" y="0"/>
                </a:lnTo>
                <a:lnTo>
                  <a:pt x="6387484" y="3249633"/>
                </a:lnTo>
                <a:lnTo>
                  <a:pt x="0" y="3249633"/>
                </a:lnTo>
                <a:lnTo>
                  <a:pt x="0" y="0"/>
                </a:lnTo>
                <a:close/>
              </a:path>
            </a:pathLst>
          </a:custGeom>
          <a:blipFill rotWithShape="1">
            <a:blip r:embed="rId4">
              <a:alphaModFix amt="40000"/>
            </a:blip>
            <a:stretch>
              <a:fillRect b="0" l="0" r="0" t="0"/>
            </a:stretch>
          </a:blipFill>
          <a:ln>
            <a:noFill/>
          </a:ln>
        </p:spPr>
      </p:sp>
      <p:sp>
        <p:nvSpPr>
          <p:cNvPr id="299" name="Google Shape;299;p17"/>
          <p:cNvSpPr/>
          <p:nvPr/>
        </p:nvSpPr>
        <p:spPr>
          <a:xfrm rot="6045718">
            <a:off x="-971787" y="5904636"/>
            <a:ext cx="4537403" cy="4514716"/>
          </a:xfrm>
          <a:custGeom>
            <a:rect b="b" l="l" r="r" t="t"/>
            <a:pathLst>
              <a:path extrusionOk="0" h="4514716" w="4537403">
                <a:moveTo>
                  <a:pt x="0" y="0"/>
                </a:moveTo>
                <a:lnTo>
                  <a:pt x="4537403" y="0"/>
                </a:lnTo>
                <a:lnTo>
                  <a:pt x="4537403" y="4514715"/>
                </a:lnTo>
                <a:lnTo>
                  <a:pt x="0" y="4514715"/>
                </a:lnTo>
                <a:lnTo>
                  <a:pt x="0" y="0"/>
                </a:lnTo>
                <a:close/>
              </a:path>
            </a:pathLst>
          </a:custGeom>
          <a:blipFill rotWithShape="1">
            <a:blip r:embed="rId5">
              <a:alphaModFix amt="40000"/>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BF49"/>
        </a:solidFill>
      </p:bgPr>
    </p:bg>
    <p:spTree>
      <p:nvGrpSpPr>
        <p:cNvPr id="303" name="Shape 303"/>
        <p:cNvGrpSpPr/>
        <p:nvPr/>
      </p:nvGrpSpPr>
      <p:grpSpPr>
        <a:xfrm>
          <a:off x="0" y="0"/>
          <a:ext cx="0" cy="0"/>
          <a:chOff x="0" y="0"/>
          <a:chExt cx="0" cy="0"/>
        </a:xfrm>
      </p:grpSpPr>
      <p:sp>
        <p:nvSpPr>
          <p:cNvPr id="304" name="Google Shape;304;p18"/>
          <p:cNvSpPr/>
          <p:nvPr/>
        </p:nvSpPr>
        <p:spPr>
          <a:xfrm>
            <a:off x="14510756" y="7080656"/>
            <a:ext cx="2134550" cy="2865168"/>
          </a:xfrm>
          <a:custGeom>
            <a:rect b="b" l="l" r="r" t="t"/>
            <a:pathLst>
              <a:path extrusionOk="0" h="2865168" w="2134550">
                <a:moveTo>
                  <a:pt x="0" y="0"/>
                </a:moveTo>
                <a:lnTo>
                  <a:pt x="2134551" y="0"/>
                </a:lnTo>
                <a:lnTo>
                  <a:pt x="2134551" y="2865168"/>
                </a:lnTo>
                <a:lnTo>
                  <a:pt x="0" y="2865168"/>
                </a:lnTo>
                <a:lnTo>
                  <a:pt x="0" y="0"/>
                </a:lnTo>
                <a:close/>
              </a:path>
            </a:pathLst>
          </a:custGeom>
          <a:blipFill rotWithShape="1">
            <a:blip r:embed="rId3">
              <a:alphaModFix/>
            </a:blip>
            <a:stretch>
              <a:fillRect b="0" l="0" r="0" t="0"/>
            </a:stretch>
          </a:blipFill>
          <a:ln>
            <a:noFill/>
          </a:ln>
        </p:spPr>
      </p:sp>
      <p:sp>
        <p:nvSpPr>
          <p:cNvPr id="305" name="Google Shape;305;p18"/>
          <p:cNvSpPr txBox="1"/>
          <p:nvPr/>
        </p:nvSpPr>
        <p:spPr>
          <a:xfrm>
            <a:off x="1028700" y="2952331"/>
            <a:ext cx="16230600" cy="3649027"/>
          </a:xfrm>
          <a:prstGeom prst="rect">
            <a:avLst/>
          </a:prstGeom>
          <a:noFill/>
          <a:ln>
            <a:noFill/>
          </a:ln>
        </p:spPr>
        <p:txBody>
          <a:bodyPr anchorCtr="0" anchor="t" bIns="0" lIns="0" spcFirstLastPara="1" rIns="0" wrap="square" tIns="0">
            <a:spAutoFit/>
          </a:bodyPr>
          <a:lstStyle/>
          <a:p>
            <a:pPr indent="-319803" lvl="1" marL="639607" marR="0" rtl="0" algn="just">
              <a:lnSpc>
                <a:spcPct val="140006"/>
              </a:lnSpc>
              <a:spcBef>
                <a:spcPts val="0"/>
              </a:spcBef>
              <a:spcAft>
                <a:spcPts val="0"/>
              </a:spcAft>
              <a:buClr>
                <a:srgbClr val="6F1D1B"/>
              </a:buClr>
              <a:buSzPts val="2962"/>
              <a:buFont typeface="Arial"/>
              <a:buChar char="•"/>
            </a:pPr>
            <a:r>
              <a:rPr b="0" i="0" lang="en-US" sz="2962" u="none" cap="none" strike="noStrike">
                <a:solidFill>
                  <a:srgbClr val="6F1D1B"/>
                </a:solidFill>
                <a:latin typeface="Arial"/>
                <a:ea typeface="Arial"/>
                <a:cs typeface="Arial"/>
                <a:sym typeface="Arial"/>
              </a:rPr>
              <a:t>Al Barroh, I. M. (2023, 26 Oktober). Membuat Generasi Muda Lebih Dekat dengan Museum. Sono Budoyo. https://www.sonobudoyo.com/id/tulisan/read/membuat-generasi-muda-lebih-dekat-dengan-museum .</a:t>
            </a:r>
            <a:endParaRPr/>
          </a:p>
          <a:p>
            <a:pPr indent="-319803" lvl="1" marL="639607" marR="0" rtl="0" algn="just">
              <a:lnSpc>
                <a:spcPct val="140006"/>
              </a:lnSpc>
              <a:spcBef>
                <a:spcPts val="0"/>
              </a:spcBef>
              <a:spcAft>
                <a:spcPts val="0"/>
              </a:spcAft>
              <a:buClr>
                <a:srgbClr val="6F1D1B"/>
              </a:buClr>
              <a:buSzPts val="2962"/>
              <a:buFont typeface="Arial"/>
              <a:buChar char="•"/>
            </a:pPr>
            <a:r>
              <a:rPr b="0" i="0" lang="en-US" sz="2962" u="none" cap="none" strike="noStrike">
                <a:solidFill>
                  <a:srgbClr val="6F1D1B"/>
                </a:solidFill>
                <a:latin typeface="Arial"/>
                <a:ea typeface="Arial"/>
                <a:cs typeface="Arial"/>
                <a:sym typeface="Arial"/>
              </a:rPr>
              <a:t>Nusantari, O. V. A. (2023, 03 November). Jejak Pesona Cita Warna Batik sebagai Wastra Nusantara. Sono Budoyo. https://www.sonobudoyo.com/id/tulisan/read/jejak-pesona-cita-warna-batik-sebagai-wastra-nusantara</a:t>
            </a:r>
            <a:endParaRPr/>
          </a:p>
        </p:txBody>
      </p:sp>
      <p:sp>
        <p:nvSpPr>
          <p:cNvPr id="306" name="Google Shape;306;p18"/>
          <p:cNvSpPr txBox="1"/>
          <p:nvPr/>
        </p:nvSpPr>
        <p:spPr>
          <a:xfrm>
            <a:off x="3147050" y="816317"/>
            <a:ext cx="11993901" cy="1183639"/>
          </a:xfrm>
          <a:prstGeom prst="rect">
            <a:avLst/>
          </a:prstGeom>
          <a:noFill/>
          <a:ln>
            <a:noFill/>
          </a:ln>
        </p:spPr>
        <p:txBody>
          <a:bodyPr anchorCtr="0" anchor="t" bIns="0" lIns="0" spcFirstLastPara="1" rIns="0" wrap="square" tIns="0">
            <a:spAutoFit/>
          </a:bodyPr>
          <a:lstStyle/>
          <a:p>
            <a:pPr indent="0" lvl="0" marL="0" marR="0" rtl="0" algn="ctr">
              <a:lnSpc>
                <a:spcPct val="116002"/>
              </a:lnSpc>
              <a:spcBef>
                <a:spcPts val="0"/>
              </a:spcBef>
              <a:spcAft>
                <a:spcPts val="0"/>
              </a:spcAft>
              <a:buNone/>
            </a:pPr>
            <a:r>
              <a:rPr b="0" i="0" lang="en-US" sz="7999" u="none" cap="none" strike="noStrike">
                <a:solidFill>
                  <a:srgbClr val="860A0A"/>
                </a:solidFill>
                <a:latin typeface="Lemon"/>
                <a:ea typeface="Lemon"/>
                <a:cs typeface="Lemon"/>
                <a:sym typeface="Lemon"/>
              </a:rPr>
              <a:t>Referensi</a:t>
            </a:r>
            <a:endParaRPr/>
          </a:p>
        </p:txBody>
      </p:sp>
      <p:sp>
        <p:nvSpPr>
          <p:cNvPr id="307" name="Google Shape;307;p18"/>
          <p:cNvSpPr/>
          <p:nvPr/>
        </p:nvSpPr>
        <p:spPr>
          <a:xfrm rot="1318169">
            <a:off x="-447014" y="-2050215"/>
            <a:ext cx="3987587" cy="4293499"/>
          </a:xfrm>
          <a:custGeom>
            <a:rect b="b" l="l" r="r" t="t"/>
            <a:pathLst>
              <a:path extrusionOk="0" h="4293499" w="3987587">
                <a:moveTo>
                  <a:pt x="0" y="0"/>
                </a:moveTo>
                <a:lnTo>
                  <a:pt x="3987587" y="0"/>
                </a:lnTo>
                <a:lnTo>
                  <a:pt x="3987587" y="4293499"/>
                </a:lnTo>
                <a:lnTo>
                  <a:pt x="0" y="4293499"/>
                </a:lnTo>
                <a:lnTo>
                  <a:pt x="0" y="0"/>
                </a:lnTo>
                <a:close/>
              </a:path>
            </a:pathLst>
          </a:custGeom>
          <a:blipFill rotWithShape="1">
            <a:blip r:embed="rId4">
              <a:alphaModFix amt="19999"/>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